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embeddedFontLst>
    <p:embeddedFont>
      <p:font typeface="Jost" pitchFamily="2" charset="77"/>
      <p:regular r:id="rId26"/>
      <p:bold r:id="rId27"/>
      <p:italic r:id="rId28"/>
      <p:boldItalic r:id="rId29"/>
    </p:embeddedFont>
    <p:embeddedFont>
      <p:font typeface="Montserrat" pitchFamily="2" charset="77"/>
      <p:regular r:id="rId30"/>
      <p:bold r:id="rId31"/>
      <p:italic r:id="rId32"/>
      <p:boldItalic r:id="rId33"/>
    </p:embeddedFont>
    <p:embeddedFont>
      <p:font typeface="Montserrat Medium" panose="00000600000000000000" pitchFamily="2" charset="77"/>
      <p:regular r:id="rId34"/>
      <p:bold r:id="rId35"/>
      <p:italic r:id="rId36"/>
      <p:boldItalic r:id="rId37"/>
    </p:embeddedFont>
    <p:embeddedFont>
      <p:font typeface="Tajawal" pitchFamily="2" charset="-78"/>
      <p:regular r:id="rId38"/>
      <p:bold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61" d="100"/>
          <a:sy n="161" d="100"/>
        </p:scale>
        <p:origin x="784" y="2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11f682941b8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5" name="Google Shape;915;g11f682941b8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11f3b086d1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1" name="Google Shape;961;g11f3b086d1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g11efcb08b7f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4" name="Google Shape;1014;g11efcb08b7f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g11efcb08b7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7" name="Google Shape;1057;g11efcb08b7f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g3a903e0b3cf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5" name="Google Shape;1095;g3a903e0b3cf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g3a903e0b3cf_0_5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8" name="Google Shape;1138;g3a903e0b3cf_0_5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g3a903e0b3cf_0_6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2" name="Google Shape;1192;g3a903e0b3cf_0_6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g3a903e0b3cf_0_5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4" name="Google Shape;1204;g3a903e0b3cf_0_5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g3a903e0b3cf_0_6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8" name="Google Shape;1258;g3a903e0b3cf_0_6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g3a903e0b3c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2" name="Google Shape;1312;g3a903e0b3c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g3a903e0b3cf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5" name="Google Shape;1355;g3a903e0b3cf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g3a903e0b3cf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9" name="Google Shape;1409;g3a903e0b3cf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g3a903e0b3cf_0_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3" name="Google Shape;1463;g3a903e0b3cf_0_2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Google Shape;1516;g3a903e0b3cf_0_3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7" name="Google Shape;1517;g3a903e0b3cf_0_3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g3a903e0b3cf_0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1" name="Google Shape;1571;g3a903e0b3cf_0_1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Google Shape;1624;g3a903e0b3cf_0_4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5" name="Google Shape;1625;g3a903e0b3cf_0_4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g3a903e0b3cf_0_4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9" name="Google Shape;1679;g3a903e0b3cf_0_4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Google Shape;1732;g3a903e0b3cf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3" name="Google Shape;1733;g3a903e0b3cf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g3a903e0b3cf_0_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6" name="Google Shape;1776;g3a903e0b3cf_0_6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0" name="Google Shape;1780;g3a903e0b3cf_0_6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1" name="Google Shape;1781;g3a903e0b3cf_0_6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5" name="Google Shape;1785;g3a903e0b3cf_0_7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6" name="Google Shape;1786;g3a903e0b3cf_0_7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0" name="Google Shape;1790;g3a903e0b3cf_0_7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1" name="Google Shape;1791;g3a903e0b3cf_0_7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Google Shape;1795;g11f3b086d1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6" name="Google Shape;1796;g11f3b086d1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 flipH="1">
            <a:off x="743325" y="1454185"/>
            <a:ext cx="6952800" cy="13395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 flipH="1">
            <a:off x="743375" y="3242315"/>
            <a:ext cx="6952800" cy="447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 flipH="1">
            <a:off x="3452019" y="-348332"/>
            <a:ext cx="1019565" cy="1290805"/>
            <a:chOff x="-4017975" y="-49702"/>
            <a:chExt cx="1162825" cy="1472177"/>
          </a:xfrm>
        </p:grpSpPr>
        <p:sp>
          <p:nvSpPr>
            <p:cNvPr id="12" name="Google Shape;12;p2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3633259" y="-49702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19;p2"/>
          <p:cNvGrpSpPr/>
          <p:nvPr/>
        </p:nvGrpSpPr>
        <p:grpSpPr>
          <a:xfrm flipH="1">
            <a:off x="8425338" y="2120543"/>
            <a:ext cx="1938846" cy="1720830"/>
            <a:chOff x="-1873362" y="2120543"/>
            <a:chExt cx="1938846" cy="1720830"/>
          </a:xfrm>
        </p:grpSpPr>
        <p:sp>
          <p:nvSpPr>
            <p:cNvPr id="20" name="Google Shape;20;p2"/>
            <p:cNvSpPr/>
            <p:nvPr/>
          </p:nvSpPr>
          <p:spPr>
            <a:xfrm>
              <a:off x="-1603307" y="2348270"/>
              <a:ext cx="752952" cy="979890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-880956" y="2326262"/>
              <a:ext cx="54822" cy="49978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-1248116" y="2840637"/>
              <a:ext cx="136036" cy="135772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-1524768" y="2679196"/>
              <a:ext cx="649512" cy="786446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-906383" y="2657342"/>
              <a:ext cx="53836" cy="49824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-1252039" y="2304737"/>
              <a:ext cx="241471" cy="240177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-1042397" y="2282795"/>
              <a:ext cx="56773" cy="49934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-1275516" y="2516813"/>
              <a:ext cx="54822" cy="49802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-1067824" y="3161765"/>
              <a:ext cx="659200" cy="657841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-676683" y="3289011"/>
              <a:ext cx="136014" cy="135772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-429382" y="3134825"/>
              <a:ext cx="53836" cy="50065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-1089349" y="3791702"/>
              <a:ext cx="49912" cy="49671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-864538" y="3079499"/>
              <a:ext cx="44739" cy="33647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-1492721" y="3169086"/>
              <a:ext cx="584365" cy="571016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-1581278" y="3795976"/>
              <a:ext cx="41122" cy="33647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-1873362" y="2939014"/>
              <a:ext cx="480201" cy="479478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-414717" y="2120543"/>
              <a:ext cx="480201" cy="47989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-287757" y="2820734"/>
              <a:ext cx="217972" cy="209731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-221208" y="2878778"/>
              <a:ext cx="93204" cy="93467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39;p2"/>
          <p:cNvGrpSpPr/>
          <p:nvPr/>
        </p:nvGrpSpPr>
        <p:grpSpPr>
          <a:xfrm flipH="1">
            <a:off x="-1155987" y="-912707"/>
            <a:ext cx="1938846" cy="1720830"/>
            <a:chOff x="-1873362" y="2120543"/>
            <a:chExt cx="1938846" cy="1720830"/>
          </a:xfrm>
        </p:grpSpPr>
        <p:sp>
          <p:nvSpPr>
            <p:cNvPr id="40" name="Google Shape;40;p2"/>
            <p:cNvSpPr/>
            <p:nvPr/>
          </p:nvSpPr>
          <p:spPr>
            <a:xfrm>
              <a:off x="-1603307" y="2348270"/>
              <a:ext cx="752952" cy="979890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-880956" y="2326262"/>
              <a:ext cx="54822" cy="49978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-1248116" y="2840637"/>
              <a:ext cx="136036" cy="135772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-1524768" y="2679196"/>
              <a:ext cx="649512" cy="786446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-906383" y="2657342"/>
              <a:ext cx="53836" cy="49824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-1252039" y="2304737"/>
              <a:ext cx="241471" cy="240177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-1042397" y="2282795"/>
              <a:ext cx="56773" cy="49934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-1275516" y="2516813"/>
              <a:ext cx="54822" cy="49802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-1067824" y="3161765"/>
              <a:ext cx="659200" cy="657841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-676683" y="3289011"/>
              <a:ext cx="136014" cy="135772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-429382" y="3134825"/>
              <a:ext cx="53836" cy="50065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-1089349" y="3791702"/>
              <a:ext cx="49912" cy="49671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-864538" y="3079499"/>
              <a:ext cx="44739" cy="33647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-1492721" y="3169086"/>
              <a:ext cx="584365" cy="571016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-1581278" y="3795976"/>
              <a:ext cx="41122" cy="33647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-1873362" y="2939014"/>
              <a:ext cx="480201" cy="479478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-414717" y="2120543"/>
              <a:ext cx="480201" cy="47989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-287757" y="2820734"/>
              <a:ext cx="217972" cy="209731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-221208" y="2878778"/>
              <a:ext cx="93204" cy="93467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" name="Google Shape;59;p2"/>
          <p:cNvGrpSpPr/>
          <p:nvPr/>
        </p:nvGrpSpPr>
        <p:grpSpPr>
          <a:xfrm flipH="1">
            <a:off x="6857372" y="-188512"/>
            <a:ext cx="1516025" cy="1489525"/>
            <a:chOff x="-3888525" y="-3012325"/>
            <a:chExt cx="1516025" cy="1489525"/>
          </a:xfrm>
        </p:grpSpPr>
        <p:sp>
          <p:nvSpPr>
            <p:cNvPr id="60" name="Google Shape;60;p2"/>
            <p:cNvSpPr/>
            <p:nvPr/>
          </p:nvSpPr>
          <p:spPr>
            <a:xfrm>
              <a:off x="-3076125" y="-3012325"/>
              <a:ext cx="38525" cy="38250"/>
            </a:xfrm>
            <a:custGeom>
              <a:avLst/>
              <a:gdLst/>
              <a:ahLst/>
              <a:cxnLst/>
              <a:rect l="l" t="t" r="r" b="b"/>
              <a:pathLst>
                <a:path w="1541" h="1530" extrusionOk="0">
                  <a:moveTo>
                    <a:pt x="779" y="1"/>
                  </a:moveTo>
                  <a:cubicBezTo>
                    <a:pt x="679" y="1"/>
                    <a:pt x="577" y="19"/>
                    <a:pt x="480" y="56"/>
                  </a:cubicBezTo>
                  <a:cubicBezTo>
                    <a:pt x="436" y="79"/>
                    <a:pt x="391" y="101"/>
                    <a:pt x="346" y="134"/>
                  </a:cubicBezTo>
                  <a:cubicBezTo>
                    <a:pt x="302" y="157"/>
                    <a:pt x="268" y="190"/>
                    <a:pt x="224" y="224"/>
                  </a:cubicBezTo>
                  <a:cubicBezTo>
                    <a:pt x="190" y="257"/>
                    <a:pt x="157" y="302"/>
                    <a:pt x="134" y="346"/>
                  </a:cubicBezTo>
                  <a:cubicBezTo>
                    <a:pt x="101" y="380"/>
                    <a:pt x="79" y="425"/>
                    <a:pt x="56" y="480"/>
                  </a:cubicBezTo>
                  <a:cubicBezTo>
                    <a:pt x="45" y="525"/>
                    <a:pt x="34" y="570"/>
                    <a:pt x="23" y="614"/>
                  </a:cubicBezTo>
                  <a:cubicBezTo>
                    <a:pt x="12" y="659"/>
                    <a:pt x="0" y="715"/>
                    <a:pt x="0" y="771"/>
                  </a:cubicBezTo>
                  <a:cubicBezTo>
                    <a:pt x="0" y="971"/>
                    <a:pt x="90" y="1161"/>
                    <a:pt x="224" y="1306"/>
                  </a:cubicBezTo>
                  <a:cubicBezTo>
                    <a:pt x="268" y="1340"/>
                    <a:pt x="302" y="1373"/>
                    <a:pt x="346" y="1407"/>
                  </a:cubicBezTo>
                  <a:cubicBezTo>
                    <a:pt x="391" y="1429"/>
                    <a:pt x="436" y="1451"/>
                    <a:pt x="480" y="1474"/>
                  </a:cubicBezTo>
                  <a:cubicBezTo>
                    <a:pt x="525" y="1496"/>
                    <a:pt x="570" y="1507"/>
                    <a:pt x="625" y="1518"/>
                  </a:cubicBezTo>
                  <a:cubicBezTo>
                    <a:pt x="670" y="1529"/>
                    <a:pt x="726" y="1529"/>
                    <a:pt x="770" y="1529"/>
                  </a:cubicBezTo>
                  <a:lnTo>
                    <a:pt x="782" y="1529"/>
                  </a:lnTo>
                  <a:cubicBezTo>
                    <a:pt x="1206" y="1529"/>
                    <a:pt x="1540" y="1183"/>
                    <a:pt x="1540" y="771"/>
                  </a:cubicBezTo>
                  <a:cubicBezTo>
                    <a:pt x="1540" y="715"/>
                    <a:pt x="1540" y="659"/>
                    <a:pt x="1529" y="614"/>
                  </a:cubicBezTo>
                  <a:cubicBezTo>
                    <a:pt x="1518" y="570"/>
                    <a:pt x="1507" y="525"/>
                    <a:pt x="1485" y="480"/>
                  </a:cubicBezTo>
                  <a:cubicBezTo>
                    <a:pt x="1462" y="425"/>
                    <a:pt x="1440" y="380"/>
                    <a:pt x="1418" y="346"/>
                  </a:cubicBezTo>
                  <a:cubicBezTo>
                    <a:pt x="1384" y="302"/>
                    <a:pt x="1351" y="257"/>
                    <a:pt x="1317" y="224"/>
                  </a:cubicBezTo>
                  <a:cubicBezTo>
                    <a:pt x="1176" y="75"/>
                    <a:pt x="980" y="1"/>
                    <a:pt x="7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-3648325" y="-2918425"/>
              <a:ext cx="523950" cy="509300"/>
            </a:xfrm>
            <a:custGeom>
              <a:avLst/>
              <a:gdLst/>
              <a:ahLst/>
              <a:cxnLst/>
              <a:rect l="l" t="t" r="r" b="b"/>
              <a:pathLst>
                <a:path w="20958" h="20372" extrusionOk="0">
                  <a:moveTo>
                    <a:pt x="19910" y="1"/>
                  </a:moveTo>
                  <a:cubicBezTo>
                    <a:pt x="19813" y="1"/>
                    <a:pt x="19712" y="19"/>
                    <a:pt x="19608" y="61"/>
                  </a:cubicBezTo>
                  <a:cubicBezTo>
                    <a:pt x="18839" y="384"/>
                    <a:pt x="19060" y="1540"/>
                    <a:pt x="19903" y="1545"/>
                  </a:cubicBezTo>
                  <a:lnTo>
                    <a:pt x="19903" y="1545"/>
                  </a:lnTo>
                  <a:cubicBezTo>
                    <a:pt x="20102" y="1544"/>
                    <a:pt x="20301" y="1466"/>
                    <a:pt x="20445" y="1311"/>
                  </a:cubicBezTo>
                  <a:cubicBezTo>
                    <a:pt x="20957" y="798"/>
                    <a:pt x="20539" y="1"/>
                    <a:pt x="19910" y="1"/>
                  </a:cubicBezTo>
                  <a:close/>
                  <a:moveTo>
                    <a:pt x="19903" y="1545"/>
                  </a:moveTo>
                  <a:cubicBezTo>
                    <a:pt x="19901" y="1545"/>
                    <a:pt x="19900" y="1545"/>
                    <a:pt x="19898" y="1545"/>
                  </a:cubicBezTo>
                  <a:lnTo>
                    <a:pt x="19909" y="1545"/>
                  </a:lnTo>
                  <a:cubicBezTo>
                    <a:pt x="19907" y="1545"/>
                    <a:pt x="19905" y="1545"/>
                    <a:pt x="19903" y="1545"/>
                  </a:cubicBezTo>
                  <a:close/>
                  <a:moveTo>
                    <a:pt x="16154" y="3769"/>
                  </a:moveTo>
                  <a:cubicBezTo>
                    <a:pt x="16056" y="3769"/>
                    <a:pt x="15952" y="3789"/>
                    <a:pt x="15847" y="3833"/>
                  </a:cubicBezTo>
                  <a:cubicBezTo>
                    <a:pt x="15067" y="4156"/>
                    <a:pt x="15299" y="5301"/>
                    <a:pt x="16131" y="5306"/>
                  </a:cubicBezTo>
                  <a:lnTo>
                    <a:pt x="16131" y="5306"/>
                  </a:lnTo>
                  <a:cubicBezTo>
                    <a:pt x="16341" y="5305"/>
                    <a:pt x="16540" y="5227"/>
                    <a:pt x="16684" y="5083"/>
                  </a:cubicBezTo>
                  <a:cubicBezTo>
                    <a:pt x="17194" y="4563"/>
                    <a:pt x="16774" y="3769"/>
                    <a:pt x="16154" y="3769"/>
                  </a:cubicBezTo>
                  <a:close/>
                  <a:moveTo>
                    <a:pt x="16131" y="5306"/>
                  </a:moveTo>
                  <a:cubicBezTo>
                    <a:pt x="16129" y="5306"/>
                    <a:pt x="16128" y="5306"/>
                    <a:pt x="16126" y="5306"/>
                  </a:cubicBezTo>
                  <a:lnTo>
                    <a:pt x="16137" y="5306"/>
                  </a:lnTo>
                  <a:cubicBezTo>
                    <a:pt x="16135" y="5306"/>
                    <a:pt x="16133" y="5306"/>
                    <a:pt x="16131" y="5306"/>
                  </a:cubicBezTo>
                  <a:close/>
                  <a:moveTo>
                    <a:pt x="12383" y="7530"/>
                  </a:moveTo>
                  <a:cubicBezTo>
                    <a:pt x="12285" y="7530"/>
                    <a:pt x="12181" y="7550"/>
                    <a:pt x="12075" y="7594"/>
                  </a:cubicBezTo>
                  <a:cubicBezTo>
                    <a:pt x="11307" y="7917"/>
                    <a:pt x="11527" y="9073"/>
                    <a:pt x="12370" y="9078"/>
                  </a:cubicBezTo>
                  <a:lnTo>
                    <a:pt x="12370" y="9078"/>
                  </a:lnTo>
                  <a:cubicBezTo>
                    <a:pt x="12569" y="9077"/>
                    <a:pt x="12768" y="8998"/>
                    <a:pt x="12912" y="8844"/>
                  </a:cubicBezTo>
                  <a:cubicBezTo>
                    <a:pt x="13423" y="8333"/>
                    <a:pt x="13009" y="7530"/>
                    <a:pt x="12383" y="7530"/>
                  </a:cubicBezTo>
                  <a:close/>
                  <a:moveTo>
                    <a:pt x="12370" y="9078"/>
                  </a:moveTo>
                  <a:cubicBezTo>
                    <a:pt x="12369" y="9078"/>
                    <a:pt x="12367" y="9078"/>
                    <a:pt x="12365" y="9078"/>
                  </a:cubicBezTo>
                  <a:lnTo>
                    <a:pt x="12376" y="9078"/>
                  </a:lnTo>
                  <a:cubicBezTo>
                    <a:pt x="12374" y="9078"/>
                    <a:pt x="12372" y="9078"/>
                    <a:pt x="12370" y="9078"/>
                  </a:cubicBezTo>
                  <a:close/>
                  <a:moveTo>
                    <a:pt x="8596" y="11293"/>
                  </a:moveTo>
                  <a:cubicBezTo>
                    <a:pt x="8415" y="11293"/>
                    <a:pt x="8227" y="11364"/>
                    <a:pt x="8058" y="11533"/>
                  </a:cubicBezTo>
                  <a:cubicBezTo>
                    <a:pt x="7578" y="12013"/>
                    <a:pt x="7924" y="12839"/>
                    <a:pt x="8604" y="12839"/>
                  </a:cubicBezTo>
                  <a:cubicBezTo>
                    <a:pt x="8805" y="12839"/>
                    <a:pt x="9006" y="12761"/>
                    <a:pt x="9151" y="12615"/>
                  </a:cubicBezTo>
                  <a:cubicBezTo>
                    <a:pt x="9699" y="12059"/>
                    <a:pt x="9190" y="11293"/>
                    <a:pt x="8596" y="11293"/>
                  </a:cubicBezTo>
                  <a:close/>
                  <a:moveTo>
                    <a:pt x="4844" y="15041"/>
                  </a:moveTo>
                  <a:cubicBezTo>
                    <a:pt x="4659" y="15041"/>
                    <a:pt x="4467" y="15116"/>
                    <a:pt x="4297" y="15294"/>
                  </a:cubicBezTo>
                  <a:cubicBezTo>
                    <a:pt x="3817" y="15785"/>
                    <a:pt x="4152" y="16611"/>
                    <a:pt x="4844" y="16611"/>
                  </a:cubicBezTo>
                  <a:cubicBezTo>
                    <a:pt x="5044" y="16611"/>
                    <a:pt x="5234" y="16521"/>
                    <a:pt x="5379" y="16376"/>
                  </a:cubicBezTo>
                  <a:cubicBezTo>
                    <a:pt x="5968" y="15830"/>
                    <a:pt x="5447" y="15041"/>
                    <a:pt x="4844" y="15041"/>
                  </a:cubicBezTo>
                  <a:close/>
                  <a:moveTo>
                    <a:pt x="1086" y="18834"/>
                  </a:moveTo>
                  <a:cubicBezTo>
                    <a:pt x="989" y="18834"/>
                    <a:pt x="886" y="18854"/>
                    <a:pt x="782" y="18898"/>
                  </a:cubicBezTo>
                  <a:cubicBezTo>
                    <a:pt x="0" y="19222"/>
                    <a:pt x="235" y="20371"/>
                    <a:pt x="1072" y="20371"/>
                  </a:cubicBezTo>
                  <a:cubicBezTo>
                    <a:pt x="1273" y="20371"/>
                    <a:pt x="1473" y="20293"/>
                    <a:pt x="1618" y="20148"/>
                  </a:cubicBezTo>
                  <a:cubicBezTo>
                    <a:pt x="2130" y="19637"/>
                    <a:pt x="1707" y="18834"/>
                    <a:pt x="1086" y="188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-3742350" y="-2353475"/>
              <a:ext cx="53025" cy="38650"/>
            </a:xfrm>
            <a:custGeom>
              <a:avLst/>
              <a:gdLst/>
              <a:ahLst/>
              <a:cxnLst/>
              <a:rect l="l" t="t" r="r" b="b"/>
              <a:pathLst>
                <a:path w="2121" h="1546" extrusionOk="0">
                  <a:moveTo>
                    <a:pt x="1073" y="1"/>
                  </a:moveTo>
                  <a:cubicBezTo>
                    <a:pt x="976" y="1"/>
                    <a:pt x="875" y="19"/>
                    <a:pt x="771" y="61"/>
                  </a:cubicBezTo>
                  <a:cubicBezTo>
                    <a:pt x="1" y="385"/>
                    <a:pt x="224" y="1545"/>
                    <a:pt x="1072" y="1545"/>
                  </a:cubicBezTo>
                  <a:cubicBezTo>
                    <a:pt x="1273" y="1545"/>
                    <a:pt x="1462" y="1456"/>
                    <a:pt x="1608" y="1322"/>
                  </a:cubicBezTo>
                  <a:cubicBezTo>
                    <a:pt x="2120" y="800"/>
                    <a:pt x="1702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-3719475" y="-2483300"/>
              <a:ext cx="547675" cy="547050"/>
            </a:xfrm>
            <a:custGeom>
              <a:avLst/>
              <a:gdLst/>
              <a:ahLst/>
              <a:cxnLst/>
              <a:rect l="l" t="t" r="r" b="b"/>
              <a:pathLst>
                <a:path w="21907" h="21882" extrusionOk="0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-3888525" y="-2128825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-3626300" y="-1680825"/>
              <a:ext cx="184175" cy="158025"/>
            </a:xfrm>
            <a:custGeom>
              <a:avLst/>
              <a:gdLst/>
              <a:ahLst/>
              <a:cxnLst/>
              <a:rect l="l" t="t" r="r" b="b"/>
              <a:pathLst>
                <a:path w="7367" h="6321" extrusionOk="0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-3559050" y="-1636200"/>
              <a:ext cx="76175" cy="68900"/>
            </a:xfrm>
            <a:custGeom>
              <a:avLst/>
              <a:gdLst/>
              <a:ahLst/>
              <a:cxnLst/>
              <a:rect l="l" t="t" r="r" b="b"/>
              <a:pathLst>
                <a:path w="3047" h="2756" extrusionOk="0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-3151175" y="-2605875"/>
              <a:ext cx="752125" cy="750250"/>
            </a:xfrm>
            <a:custGeom>
              <a:avLst/>
              <a:gdLst/>
              <a:ahLst/>
              <a:cxnLst/>
              <a:rect l="l" t="t" r="r" b="b"/>
              <a:pathLst>
                <a:path w="30085" h="30010" extrusionOk="0">
                  <a:moveTo>
                    <a:pt x="29888" y="0"/>
                  </a:moveTo>
                  <a:cubicBezTo>
                    <a:pt x="29858" y="0"/>
                    <a:pt x="29826" y="11"/>
                    <a:pt x="29796" y="35"/>
                  </a:cubicBezTo>
                  <a:lnTo>
                    <a:pt x="56" y="29764"/>
                  </a:lnTo>
                  <a:cubicBezTo>
                    <a:pt x="1" y="29820"/>
                    <a:pt x="1" y="29909"/>
                    <a:pt x="56" y="29965"/>
                  </a:cubicBezTo>
                  <a:cubicBezTo>
                    <a:pt x="79" y="29987"/>
                    <a:pt x="123" y="30010"/>
                    <a:pt x="157" y="30010"/>
                  </a:cubicBezTo>
                  <a:cubicBezTo>
                    <a:pt x="190" y="30010"/>
                    <a:pt x="235" y="29987"/>
                    <a:pt x="257" y="29965"/>
                  </a:cubicBezTo>
                  <a:lnTo>
                    <a:pt x="29997" y="236"/>
                  </a:lnTo>
                  <a:cubicBezTo>
                    <a:pt x="30084" y="132"/>
                    <a:pt x="29995" y="0"/>
                    <a:pt x="298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-2704800" y="-2461050"/>
              <a:ext cx="155150" cy="155150"/>
            </a:xfrm>
            <a:custGeom>
              <a:avLst/>
              <a:gdLst/>
              <a:ahLst/>
              <a:cxnLst/>
              <a:rect l="l" t="t" r="r" b="b"/>
              <a:pathLst>
                <a:path w="6206" h="6206" extrusionOk="0">
                  <a:moveTo>
                    <a:pt x="6150" y="1"/>
                  </a:moveTo>
                  <a:lnTo>
                    <a:pt x="1" y="6150"/>
                  </a:lnTo>
                  <a:lnTo>
                    <a:pt x="1396" y="6205"/>
                  </a:lnTo>
                  <a:lnTo>
                    <a:pt x="6205" y="1396"/>
                  </a:lnTo>
                  <a:lnTo>
                    <a:pt x="61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-2435025" y="-2631025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1" y="1"/>
                  </a:moveTo>
                  <a:cubicBezTo>
                    <a:pt x="961" y="1"/>
                    <a:pt x="671" y="110"/>
                    <a:pt x="447" y="327"/>
                  </a:cubicBezTo>
                  <a:cubicBezTo>
                    <a:pt x="1" y="774"/>
                    <a:pt x="1" y="1499"/>
                    <a:pt x="447" y="1945"/>
                  </a:cubicBezTo>
                  <a:cubicBezTo>
                    <a:pt x="671" y="2163"/>
                    <a:pt x="961" y="2272"/>
                    <a:pt x="1251" y="2272"/>
                  </a:cubicBezTo>
                  <a:cubicBezTo>
                    <a:pt x="1541" y="2272"/>
                    <a:pt x="1831" y="2163"/>
                    <a:pt x="2054" y="1945"/>
                  </a:cubicBezTo>
                  <a:cubicBezTo>
                    <a:pt x="2501" y="1499"/>
                    <a:pt x="2501" y="774"/>
                    <a:pt x="2054" y="327"/>
                  </a:cubicBezTo>
                  <a:cubicBezTo>
                    <a:pt x="1831" y="110"/>
                    <a:pt x="1541" y="1"/>
                    <a:pt x="12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-3175450" y="-1887725"/>
              <a:ext cx="56675" cy="56925"/>
            </a:xfrm>
            <a:custGeom>
              <a:avLst/>
              <a:gdLst/>
              <a:ahLst/>
              <a:cxnLst/>
              <a:rect l="l" t="t" r="r" b="b"/>
              <a:pathLst>
                <a:path w="2267" h="2277" extrusionOk="0">
                  <a:moveTo>
                    <a:pt x="1139" y="0"/>
                  </a:moveTo>
                  <a:cubicBezTo>
                    <a:pt x="503" y="0"/>
                    <a:pt x="1" y="514"/>
                    <a:pt x="1" y="1139"/>
                  </a:cubicBezTo>
                  <a:cubicBezTo>
                    <a:pt x="1" y="1764"/>
                    <a:pt x="503" y="2277"/>
                    <a:pt x="1139" y="2277"/>
                  </a:cubicBezTo>
                  <a:cubicBezTo>
                    <a:pt x="1764" y="2277"/>
                    <a:pt x="2266" y="1764"/>
                    <a:pt x="2266" y="1139"/>
                  </a:cubicBezTo>
                  <a:cubicBezTo>
                    <a:pt x="2266" y="514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 txBox="1">
            <a:spLocks noGrp="1"/>
          </p:cNvSpPr>
          <p:nvPr>
            <p:ph type="title" hasCustomPrompt="1"/>
          </p:nvPr>
        </p:nvSpPr>
        <p:spPr>
          <a:xfrm>
            <a:off x="2598875" y="787425"/>
            <a:ext cx="3946500" cy="1175100"/>
          </a:xfrm>
          <a:prstGeom prst="rect">
            <a:avLst/>
          </a:prstGeom>
          <a:noFill/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9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9pPr>
          </a:lstStyle>
          <a:p>
            <a:r>
              <a:t>xx%</a:t>
            </a:r>
          </a:p>
        </p:txBody>
      </p:sp>
      <p:sp>
        <p:nvSpPr>
          <p:cNvPr id="73" name="Google Shape;73;p3"/>
          <p:cNvSpPr txBox="1">
            <a:spLocks noGrp="1"/>
          </p:cNvSpPr>
          <p:nvPr>
            <p:ph type="title" idx="2"/>
          </p:nvPr>
        </p:nvSpPr>
        <p:spPr>
          <a:xfrm>
            <a:off x="2598625" y="2347850"/>
            <a:ext cx="3946500" cy="12291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Jost"/>
                <a:ea typeface="Jost"/>
                <a:cs typeface="Jost"/>
                <a:sym typeface="Jos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74" name="Google Shape;74;p3"/>
          <p:cNvSpPr txBox="1">
            <a:spLocks noGrp="1"/>
          </p:cNvSpPr>
          <p:nvPr>
            <p:ph type="subTitle" idx="1"/>
          </p:nvPr>
        </p:nvSpPr>
        <p:spPr>
          <a:xfrm>
            <a:off x="2598875" y="3643263"/>
            <a:ext cx="3946500" cy="7128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grpSp>
        <p:nvGrpSpPr>
          <p:cNvPr id="75" name="Google Shape;75;p3"/>
          <p:cNvGrpSpPr/>
          <p:nvPr/>
        </p:nvGrpSpPr>
        <p:grpSpPr>
          <a:xfrm flipH="1">
            <a:off x="7451744" y="244568"/>
            <a:ext cx="1019565" cy="1290805"/>
            <a:chOff x="-4017975" y="-49702"/>
            <a:chExt cx="1162825" cy="1472177"/>
          </a:xfrm>
        </p:grpSpPr>
        <p:sp>
          <p:nvSpPr>
            <p:cNvPr id="76" name="Google Shape;76;p3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-3633259" y="-49702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" name="Google Shape;83;p3"/>
          <p:cNvGrpSpPr/>
          <p:nvPr/>
        </p:nvGrpSpPr>
        <p:grpSpPr>
          <a:xfrm flipH="1">
            <a:off x="2648022" y="-702112"/>
            <a:ext cx="1516025" cy="1489525"/>
            <a:chOff x="-3888525" y="-3012325"/>
            <a:chExt cx="1516025" cy="1489525"/>
          </a:xfrm>
        </p:grpSpPr>
        <p:sp>
          <p:nvSpPr>
            <p:cNvPr id="84" name="Google Shape;84;p3"/>
            <p:cNvSpPr/>
            <p:nvPr/>
          </p:nvSpPr>
          <p:spPr>
            <a:xfrm>
              <a:off x="-3076125" y="-3012325"/>
              <a:ext cx="38525" cy="38250"/>
            </a:xfrm>
            <a:custGeom>
              <a:avLst/>
              <a:gdLst/>
              <a:ahLst/>
              <a:cxnLst/>
              <a:rect l="l" t="t" r="r" b="b"/>
              <a:pathLst>
                <a:path w="1541" h="1530" extrusionOk="0">
                  <a:moveTo>
                    <a:pt x="779" y="1"/>
                  </a:moveTo>
                  <a:cubicBezTo>
                    <a:pt x="679" y="1"/>
                    <a:pt x="577" y="19"/>
                    <a:pt x="480" y="56"/>
                  </a:cubicBezTo>
                  <a:cubicBezTo>
                    <a:pt x="436" y="79"/>
                    <a:pt x="391" y="101"/>
                    <a:pt x="346" y="134"/>
                  </a:cubicBezTo>
                  <a:cubicBezTo>
                    <a:pt x="302" y="157"/>
                    <a:pt x="268" y="190"/>
                    <a:pt x="224" y="224"/>
                  </a:cubicBezTo>
                  <a:cubicBezTo>
                    <a:pt x="190" y="257"/>
                    <a:pt x="157" y="302"/>
                    <a:pt x="134" y="346"/>
                  </a:cubicBezTo>
                  <a:cubicBezTo>
                    <a:pt x="101" y="380"/>
                    <a:pt x="79" y="425"/>
                    <a:pt x="56" y="480"/>
                  </a:cubicBezTo>
                  <a:cubicBezTo>
                    <a:pt x="45" y="525"/>
                    <a:pt x="34" y="570"/>
                    <a:pt x="23" y="614"/>
                  </a:cubicBezTo>
                  <a:cubicBezTo>
                    <a:pt x="12" y="659"/>
                    <a:pt x="0" y="715"/>
                    <a:pt x="0" y="771"/>
                  </a:cubicBezTo>
                  <a:cubicBezTo>
                    <a:pt x="0" y="971"/>
                    <a:pt x="90" y="1161"/>
                    <a:pt x="224" y="1306"/>
                  </a:cubicBezTo>
                  <a:cubicBezTo>
                    <a:pt x="268" y="1340"/>
                    <a:pt x="302" y="1373"/>
                    <a:pt x="346" y="1407"/>
                  </a:cubicBezTo>
                  <a:cubicBezTo>
                    <a:pt x="391" y="1429"/>
                    <a:pt x="436" y="1451"/>
                    <a:pt x="480" y="1474"/>
                  </a:cubicBezTo>
                  <a:cubicBezTo>
                    <a:pt x="525" y="1496"/>
                    <a:pt x="570" y="1507"/>
                    <a:pt x="625" y="1518"/>
                  </a:cubicBezTo>
                  <a:cubicBezTo>
                    <a:pt x="670" y="1529"/>
                    <a:pt x="726" y="1529"/>
                    <a:pt x="770" y="1529"/>
                  </a:cubicBezTo>
                  <a:lnTo>
                    <a:pt x="782" y="1529"/>
                  </a:lnTo>
                  <a:cubicBezTo>
                    <a:pt x="1206" y="1529"/>
                    <a:pt x="1540" y="1183"/>
                    <a:pt x="1540" y="771"/>
                  </a:cubicBezTo>
                  <a:cubicBezTo>
                    <a:pt x="1540" y="715"/>
                    <a:pt x="1540" y="659"/>
                    <a:pt x="1529" y="614"/>
                  </a:cubicBezTo>
                  <a:cubicBezTo>
                    <a:pt x="1518" y="570"/>
                    <a:pt x="1507" y="525"/>
                    <a:pt x="1485" y="480"/>
                  </a:cubicBezTo>
                  <a:cubicBezTo>
                    <a:pt x="1462" y="425"/>
                    <a:pt x="1440" y="380"/>
                    <a:pt x="1418" y="346"/>
                  </a:cubicBezTo>
                  <a:cubicBezTo>
                    <a:pt x="1384" y="302"/>
                    <a:pt x="1351" y="257"/>
                    <a:pt x="1317" y="224"/>
                  </a:cubicBezTo>
                  <a:cubicBezTo>
                    <a:pt x="1176" y="75"/>
                    <a:pt x="980" y="1"/>
                    <a:pt x="7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-3648325" y="-2918425"/>
              <a:ext cx="523950" cy="509300"/>
            </a:xfrm>
            <a:custGeom>
              <a:avLst/>
              <a:gdLst/>
              <a:ahLst/>
              <a:cxnLst/>
              <a:rect l="l" t="t" r="r" b="b"/>
              <a:pathLst>
                <a:path w="20958" h="20372" extrusionOk="0">
                  <a:moveTo>
                    <a:pt x="19910" y="1"/>
                  </a:moveTo>
                  <a:cubicBezTo>
                    <a:pt x="19813" y="1"/>
                    <a:pt x="19712" y="19"/>
                    <a:pt x="19608" y="61"/>
                  </a:cubicBezTo>
                  <a:cubicBezTo>
                    <a:pt x="18839" y="384"/>
                    <a:pt x="19060" y="1540"/>
                    <a:pt x="19903" y="1545"/>
                  </a:cubicBezTo>
                  <a:lnTo>
                    <a:pt x="19903" y="1545"/>
                  </a:lnTo>
                  <a:cubicBezTo>
                    <a:pt x="20102" y="1544"/>
                    <a:pt x="20301" y="1466"/>
                    <a:pt x="20445" y="1311"/>
                  </a:cubicBezTo>
                  <a:cubicBezTo>
                    <a:pt x="20957" y="798"/>
                    <a:pt x="20539" y="1"/>
                    <a:pt x="19910" y="1"/>
                  </a:cubicBezTo>
                  <a:close/>
                  <a:moveTo>
                    <a:pt x="19903" y="1545"/>
                  </a:moveTo>
                  <a:cubicBezTo>
                    <a:pt x="19901" y="1545"/>
                    <a:pt x="19900" y="1545"/>
                    <a:pt x="19898" y="1545"/>
                  </a:cubicBezTo>
                  <a:lnTo>
                    <a:pt x="19909" y="1545"/>
                  </a:lnTo>
                  <a:cubicBezTo>
                    <a:pt x="19907" y="1545"/>
                    <a:pt x="19905" y="1545"/>
                    <a:pt x="19903" y="1545"/>
                  </a:cubicBezTo>
                  <a:close/>
                  <a:moveTo>
                    <a:pt x="16154" y="3769"/>
                  </a:moveTo>
                  <a:cubicBezTo>
                    <a:pt x="16056" y="3769"/>
                    <a:pt x="15952" y="3789"/>
                    <a:pt x="15847" y="3833"/>
                  </a:cubicBezTo>
                  <a:cubicBezTo>
                    <a:pt x="15067" y="4156"/>
                    <a:pt x="15299" y="5301"/>
                    <a:pt x="16131" y="5306"/>
                  </a:cubicBezTo>
                  <a:lnTo>
                    <a:pt x="16131" y="5306"/>
                  </a:lnTo>
                  <a:cubicBezTo>
                    <a:pt x="16341" y="5305"/>
                    <a:pt x="16540" y="5227"/>
                    <a:pt x="16684" y="5083"/>
                  </a:cubicBezTo>
                  <a:cubicBezTo>
                    <a:pt x="17194" y="4563"/>
                    <a:pt x="16774" y="3769"/>
                    <a:pt x="16154" y="3769"/>
                  </a:cubicBezTo>
                  <a:close/>
                  <a:moveTo>
                    <a:pt x="16131" y="5306"/>
                  </a:moveTo>
                  <a:cubicBezTo>
                    <a:pt x="16129" y="5306"/>
                    <a:pt x="16128" y="5306"/>
                    <a:pt x="16126" y="5306"/>
                  </a:cubicBezTo>
                  <a:lnTo>
                    <a:pt x="16137" y="5306"/>
                  </a:lnTo>
                  <a:cubicBezTo>
                    <a:pt x="16135" y="5306"/>
                    <a:pt x="16133" y="5306"/>
                    <a:pt x="16131" y="5306"/>
                  </a:cubicBezTo>
                  <a:close/>
                  <a:moveTo>
                    <a:pt x="12383" y="7530"/>
                  </a:moveTo>
                  <a:cubicBezTo>
                    <a:pt x="12285" y="7530"/>
                    <a:pt x="12181" y="7550"/>
                    <a:pt x="12075" y="7594"/>
                  </a:cubicBezTo>
                  <a:cubicBezTo>
                    <a:pt x="11307" y="7917"/>
                    <a:pt x="11527" y="9073"/>
                    <a:pt x="12370" y="9078"/>
                  </a:cubicBezTo>
                  <a:lnTo>
                    <a:pt x="12370" y="9078"/>
                  </a:lnTo>
                  <a:cubicBezTo>
                    <a:pt x="12569" y="9077"/>
                    <a:pt x="12768" y="8998"/>
                    <a:pt x="12912" y="8844"/>
                  </a:cubicBezTo>
                  <a:cubicBezTo>
                    <a:pt x="13423" y="8333"/>
                    <a:pt x="13009" y="7530"/>
                    <a:pt x="12383" y="7530"/>
                  </a:cubicBezTo>
                  <a:close/>
                  <a:moveTo>
                    <a:pt x="12370" y="9078"/>
                  </a:moveTo>
                  <a:cubicBezTo>
                    <a:pt x="12369" y="9078"/>
                    <a:pt x="12367" y="9078"/>
                    <a:pt x="12365" y="9078"/>
                  </a:cubicBezTo>
                  <a:lnTo>
                    <a:pt x="12376" y="9078"/>
                  </a:lnTo>
                  <a:cubicBezTo>
                    <a:pt x="12374" y="9078"/>
                    <a:pt x="12372" y="9078"/>
                    <a:pt x="12370" y="9078"/>
                  </a:cubicBezTo>
                  <a:close/>
                  <a:moveTo>
                    <a:pt x="8596" y="11293"/>
                  </a:moveTo>
                  <a:cubicBezTo>
                    <a:pt x="8415" y="11293"/>
                    <a:pt x="8227" y="11364"/>
                    <a:pt x="8058" y="11533"/>
                  </a:cubicBezTo>
                  <a:cubicBezTo>
                    <a:pt x="7578" y="12013"/>
                    <a:pt x="7924" y="12839"/>
                    <a:pt x="8604" y="12839"/>
                  </a:cubicBezTo>
                  <a:cubicBezTo>
                    <a:pt x="8805" y="12839"/>
                    <a:pt x="9006" y="12761"/>
                    <a:pt x="9151" y="12615"/>
                  </a:cubicBezTo>
                  <a:cubicBezTo>
                    <a:pt x="9699" y="12059"/>
                    <a:pt x="9190" y="11293"/>
                    <a:pt x="8596" y="11293"/>
                  </a:cubicBezTo>
                  <a:close/>
                  <a:moveTo>
                    <a:pt x="4844" y="15041"/>
                  </a:moveTo>
                  <a:cubicBezTo>
                    <a:pt x="4659" y="15041"/>
                    <a:pt x="4467" y="15116"/>
                    <a:pt x="4297" y="15294"/>
                  </a:cubicBezTo>
                  <a:cubicBezTo>
                    <a:pt x="3817" y="15785"/>
                    <a:pt x="4152" y="16611"/>
                    <a:pt x="4844" y="16611"/>
                  </a:cubicBezTo>
                  <a:cubicBezTo>
                    <a:pt x="5044" y="16611"/>
                    <a:pt x="5234" y="16521"/>
                    <a:pt x="5379" y="16376"/>
                  </a:cubicBezTo>
                  <a:cubicBezTo>
                    <a:pt x="5968" y="15830"/>
                    <a:pt x="5447" y="15041"/>
                    <a:pt x="4844" y="15041"/>
                  </a:cubicBezTo>
                  <a:close/>
                  <a:moveTo>
                    <a:pt x="1086" y="18834"/>
                  </a:moveTo>
                  <a:cubicBezTo>
                    <a:pt x="989" y="18834"/>
                    <a:pt x="886" y="18854"/>
                    <a:pt x="782" y="18898"/>
                  </a:cubicBezTo>
                  <a:cubicBezTo>
                    <a:pt x="0" y="19222"/>
                    <a:pt x="235" y="20371"/>
                    <a:pt x="1072" y="20371"/>
                  </a:cubicBezTo>
                  <a:cubicBezTo>
                    <a:pt x="1273" y="20371"/>
                    <a:pt x="1473" y="20293"/>
                    <a:pt x="1618" y="20148"/>
                  </a:cubicBezTo>
                  <a:cubicBezTo>
                    <a:pt x="2130" y="19637"/>
                    <a:pt x="1707" y="18834"/>
                    <a:pt x="1086" y="188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-3742350" y="-2353475"/>
              <a:ext cx="53025" cy="38650"/>
            </a:xfrm>
            <a:custGeom>
              <a:avLst/>
              <a:gdLst/>
              <a:ahLst/>
              <a:cxnLst/>
              <a:rect l="l" t="t" r="r" b="b"/>
              <a:pathLst>
                <a:path w="2121" h="1546" extrusionOk="0">
                  <a:moveTo>
                    <a:pt x="1073" y="1"/>
                  </a:moveTo>
                  <a:cubicBezTo>
                    <a:pt x="976" y="1"/>
                    <a:pt x="875" y="19"/>
                    <a:pt x="771" y="61"/>
                  </a:cubicBezTo>
                  <a:cubicBezTo>
                    <a:pt x="1" y="385"/>
                    <a:pt x="224" y="1545"/>
                    <a:pt x="1072" y="1545"/>
                  </a:cubicBezTo>
                  <a:cubicBezTo>
                    <a:pt x="1273" y="1545"/>
                    <a:pt x="1462" y="1456"/>
                    <a:pt x="1608" y="1322"/>
                  </a:cubicBezTo>
                  <a:cubicBezTo>
                    <a:pt x="2120" y="800"/>
                    <a:pt x="1702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-3719475" y="-2483300"/>
              <a:ext cx="547675" cy="547050"/>
            </a:xfrm>
            <a:custGeom>
              <a:avLst/>
              <a:gdLst/>
              <a:ahLst/>
              <a:cxnLst/>
              <a:rect l="l" t="t" r="r" b="b"/>
              <a:pathLst>
                <a:path w="21907" h="21882" extrusionOk="0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-3888525" y="-2128825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-3626300" y="-1680825"/>
              <a:ext cx="184175" cy="158025"/>
            </a:xfrm>
            <a:custGeom>
              <a:avLst/>
              <a:gdLst/>
              <a:ahLst/>
              <a:cxnLst/>
              <a:rect l="l" t="t" r="r" b="b"/>
              <a:pathLst>
                <a:path w="7367" h="6321" extrusionOk="0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-3559050" y="-1636200"/>
              <a:ext cx="76175" cy="68900"/>
            </a:xfrm>
            <a:custGeom>
              <a:avLst/>
              <a:gdLst/>
              <a:ahLst/>
              <a:cxnLst/>
              <a:rect l="l" t="t" r="r" b="b"/>
              <a:pathLst>
                <a:path w="3047" h="2756" extrusionOk="0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3"/>
            <p:cNvSpPr/>
            <p:nvPr/>
          </p:nvSpPr>
          <p:spPr>
            <a:xfrm>
              <a:off x="-3151175" y="-2605875"/>
              <a:ext cx="752125" cy="750250"/>
            </a:xfrm>
            <a:custGeom>
              <a:avLst/>
              <a:gdLst/>
              <a:ahLst/>
              <a:cxnLst/>
              <a:rect l="l" t="t" r="r" b="b"/>
              <a:pathLst>
                <a:path w="30085" h="30010" extrusionOk="0">
                  <a:moveTo>
                    <a:pt x="29888" y="0"/>
                  </a:moveTo>
                  <a:cubicBezTo>
                    <a:pt x="29858" y="0"/>
                    <a:pt x="29826" y="11"/>
                    <a:pt x="29796" y="35"/>
                  </a:cubicBezTo>
                  <a:lnTo>
                    <a:pt x="56" y="29764"/>
                  </a:lnTo>
                  <a:cubicBezTo>
                    <a:pt x="1" y="29820"/>
                    <a:pt x="1" y="29909"/>
                    <a:pt x="56" y="29965"/>
                  </a:cubicBezTo>
                  <a:cubicBezTo>
                    <a:pt x="79" y="29987"/>
                    <a:pt x="123" y="30010"/>
                    <a:pt x="157" y="30010"/>
                  </a:cubicBezTo>
                  <a:cubicBezTo>
                    <a:pt x="190" y="30010"/>
                    <a:pt x="235" y="29987"/>
                    <a:pt x="257" y="29965"/>
                  </a:cubicBezTo>
                  <a:lnTo>
                    <a:pt x="29997" y="236"/>
                  </a:lnTo>
                  <a:cubicBezTo>
                    <a:pt x="30084" y="132"/>
                    <a:pt x="29995" y="0"/>
                    <a:pt x="298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-2704800" y="-2461050"/>
              <a:ext cx="155150" cy="155150"/>
            </a:xfrm>
            <a:custGeom>
              <a:avLst/>
              <a:gdLst/>
              <a:ahLst/>
              <a:cxnLst/>
              <a:rect l="l" t="t" r="r" b="b"/>
              <a:pathLst>
                <a:path w="6206" h="6206" extrusionOk="0">
                  <a:moveTo>
                    <a:pt x="6150" y="1"/>
                  </a:moveTo>
                  <a:lnTo>
                    <a:pt x="1" y="6150"/>
                  </a:lnTo>
                  <a:lnTo>
                    <a:pt x="1396" y="6205"/>
                  </a:lnTo>
                  <a:lnTo>
                    <a:pt x="6205" y="1396"/>
                  </a:lnTo>
                  <a:lnTo>
                    <a:pt x="61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-2435025" y="-2631025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1" y="1"/>
                  </a:moveTo>
                  <a:cubicBezTo>
                    <a:pt x="961" y="1"/>
                    <a:pt x="671" y="110"/>
                    <a:pt x="447" y="327"/>
                  </a:cubicBezTo>
                  <a:cubicBezTo>
                    <a:pt x="1" y="774"/>
                    <a:pt x="1" y="1499"/>
                    <a:pt x="447" y="1945"/>
                  </a:cubicBezTo>
                  <a:cubicBezTo>
                    <a:pt x="671" y="2163"/>
                    <a:pt x="961" y="2272"/>
                    <a:pt x="1251" y="2272"/>
                  </a:cubicBezTo>
                  <a:cubicBezTo>
                    <a:pt x="1541" y="2272"/>
                    <a:pt x="1831" y="2163"/>
                    <a:pt x="2054" y="1945"/>
                  </a:cubicBezTo>
                  <a:cubicBezTo>
                    <a:pt x="2501" y="1499"/>
                    <a:pt x="2501" y="774"/>
                    <a:pt x="2054" y="327"/>
                  </a:cubicBezTo>
                  <a:cubicBezTo>
                    <a:pt x="1831" y="110"/>
                    <a:pt x="1541" y="1"/>
                    <a:pt x="12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-3175450" y="-1887725"/>
              <a:ext cx="56675" cy="56925"/>
            </a:xfrm>
            <a:custGeom>
              <a:avLst/>
              <a:gdLst/>
              <a:ahLst/>
              <a:cxnLst/>
              <a:rect l="l" t="t" r="r" b="b"/>
              <a:pathLst>
                <a:path w="2267" h="2277" extrusionOk="0">
                  <a:moveTo>
                    <a:pt x="1139" y="0"/>
                  </a:moveTo>
                  <a:cubicBezTo>
                    <a:pt x="503" y="0"/>
                    <a:pt x="1" y="514"/>
                    <a:pt x="1" y="1139"/>
                  </a:cubicBezTo>
                  <a:cubicBezTo>
                    <a:pt x="1" y="1764"/>
                    <a:pt x="503" y="2277"/>
                    <a:pt x="1139" y="2277"/>
                  </a:cubicBezTo>
                  <a:cubicBezTo>
                    <a:pt x="1764" y="2277"/>
                    <a:pt x="2266" y="1764"/>
                    <a:pt x="2266" y="1139"/>
                  </a:cubicBezTo>
                  <a:cubicBezTo>
                    <a:pt x="2266" y="514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" name="Google Shape;95;p3"/>
          <p:cNvGrpSpPr/>
          <p:nvPr/>
        </p:nvGrpSpPr>
        <p:grpSpPr>
          <a:xfrm flipH="1">
            <a:off x="579363" y="3923368"/>
            <a:ext cx="1938846" cy="1720830"/>
            <a:chOff x="-1873362" y="2120543"/>
            <a:chExt cx="1938846" cy="1720830"/>
          </a:xfrm>
        </p:grpSpPr>
        <p:sp>
          <p:nvSpPr>
            <p:cNvPr id="96" name="Google Shape;96;p3"/>
            <p:cNvSpPr/>
            <p:nvPr/>
          </p:nvSpPr>
          <p:spPr>
            <a:xfrm>
              <a:off x="-1603307" y="2348270"/>
              <a:ext cx="752952" cy="979890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-880956" y="2326262"/>
              <a:ext cx="54822" cy="49978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-1248116" y="2840637"/>
              <a:ext cx="136036" cy="135772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-1524768" y="2679196"/>
              <a:ext cx="649512" cy="786446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-906383" y="2657342"/>
              <a:ext cx="53836" cy="49824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-1252039" y="2304737"/>
              <a:ext cx="241471" cy="240177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-1042397" y="2282795"/>
              <a:ext cx="56773" cy="49934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-1275516" y="2516813"/>
              <a:ext cx="54822" cy="49802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-1067824" y="3161765"/>
              <a:ext cx="659200" cy="657841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-676683" y="3289011"/>
              <a:ext cx="136014" cy="135772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-429382" y="3134825"/>
              <a:ext cx="53836" cy="50065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-1089349" y="3791702"/>
              <a:ext cx="49912" cy="49671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-864538" y="3079499"/>
              <a:ext cx="44739" cy="33647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-1492721" y="3169086"/>
              <a:ext cx="584365" cy="571016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-1581278" y="3795976"/>
              <a:ext cx="41122" cy="33647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-1873362" y="2939014"/>
              <a:ext cx="480201" cy="479478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-414717" y="2120543"/>
              <a:ext cx="480201" cy="47989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-287757" y="2820734"/>
              <a:ext cx="217972" cy="209731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-221208" y="2878778"/>
              <a:ext cx="93204" cy="93467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3"/>
          <p:cNvGrpSpPr/>
          <p:nvPr/>
        </p:nvGrpSpPr>
        <p:grpSpPr>
          <a:xfrm flipH="1">
            <a:off x="-1155987" y="-338232"/>
            <a:ext cx="1938846" cy="1720830"/>
            <a:chOff x="-1873362" y="2120543"/>
            <a:chExt cx="1938846" cy="1720830"/>
          </a:xfrm>
        </p:grpSpPr>
        <p:sp>
          <p:nvSpPr>
            <p:cNvPr id="116" name="Google Shape;116;p3"/>
            <p:cNvSpPr/>
            <p:nvPr/>
          </p:nvSpPr>
          <p:spPr>
            <a:xfrm>
              <a:off x="-1603307" y="2348270"/>
              <a:ext cx="752952" cy="979890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-880956" y="2326262"/>
              <a:ext cx="54822" cy="49978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-1248116" y="2840637"/>
              <a:ext cx="136036" cy="135772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-1524768" y="2679196"/>
              <a:ext cx="649512" cy="786446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-906383" y="2657342"/>
              <a:ext cx="53836" cy="49824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-1252039" y="2304737"/>
              <a:ext cx="241471" cy="240177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-1042397" y="2282795"/>
              <a:ext cx="56773" cy="49934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-1275516" y="2516813"/>
              <a:ext cx="54822" cy="49802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-1067824" y="3161765"/>
              <a:ext cx="659200" cy="657841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-676683" y="3289011"/>
              <a:ext cx="136014" cy="135772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-429382" y="3134825"/>
              <a:ext cx="53836" cy="50065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-1089349" y="3791702"/>
              <a:ext cx="49912" cy="49671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-864538" y="3079499"/>
              <a:ext cx="44739" cy="33647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-1492721" y="3169086"/>
              <a:ext cx="584365" cy="571016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-1581278" y="3795976"/>
              <a:ext cx="41122" cy="33647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-1873362" y="2939014"/>
              <a:ext cx="480201" cy="479478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-414717" y="2120543"/>
              <a:ext cx="480201" cy="47989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-287757" y="2820734"/>
              <a:ext cx="217972" cy="209731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-221208" y="2878778"/>
              <a:ext cx="93204" cy="93467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/>
          <p:cNvSpPr txBox="1">
            <a:spLocks noGrp="1"/>
          </p:cNvSpPr>
          <p:nvPr>
            <p:ph type="body" idx="1"/>
          </p:nvPr>
        </p:nvSpPr>
        <p:spPr>
          <a:xfrm>
            <a:off x="782850" y="1995825"/>
            <a:ext cx="3904500" cy="2591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37" name="Google Shape;137;p4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4"/>
          <p:cNvSpPr txBox="1">
            <a:spLocks noGrp="1"/>
          </p:cNvSpPr>
          <p:nvPr>
            <p:ph type="subTitle" idx="2"/>
          </p:nvPr>
        </p:nvSpPr>
        <p:spPr>
          <a:xfrm>
            <a:off x="1682625" y="1355275"/>
            <a:ext cx="5779200" cy="5355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"/>
          <p:cNvSpPr txBox="1">
            <a:spLocks noGrp="1"/>
          </p:cNvSpPr>
          <p:nvPr>
            <p:ph type="title"/>
          </p:nvPr>
        </p:nvSpPr>
        <p:spPr>
          <a:xfrm>
            <a:off x="917813" y="740425"/>
            <a:ext cx="3351600" cy="859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marL="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5"/>
          <p:cNvSpPr txBox="1">
            <a:spLocks noGrp="1"/>
          </p:cNvSpPr>
          <p:nvPr>
            <p:ph type="subTitle" idx="1"/>
          </p:nvPr>
        </p:nvSpPr>
        <p:spPr>
          <a:xfrm>
            <a:off x="4437188" y="3399874"/>
            <a:ext cx="3789000" cy="1003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2" name="Google Shape;142;p5"/>
          <p:cNvSpPr txBox="1">
            <a:spLocks noGrp="1"/>
          </p:cNvSpPr>
          <p:nvPr>
            <p:ph type="subTitle" idx="2"/>
          </p:nvPr>
        </p:nvSpPr>
        <p:spPr>
          <a:xfrm>
            <a:off x="4874588" y="2388438"/>
            <a:ext cx="3351600" cy="859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8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3" name="Google Shape;143;p5"/>
          <p:cNvSpPr txBox="1">
            <a:spLocks noGrp="1"/>
          </p:cNvSpPr>
          <p:nvPr>
            <p:ph type="subTitle" idx="3"/>
          </p:nvPr>
        </p:nvSpPr>
        <p:spPr>
          <a:xfrm>
            <a:off x="917813" y="1751950"/>
            <a:ext cx="3789000" cy="1003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144" name="Google Shape;144;p5"/>
          <p:cNvGrpSpPr/>
          <p:nvPr/>
        </p:nvGrpSpPr>
        <p:grpSpPr>
          <a:xfrm rot="10800000">
            <a:off x="-287269" y="3176993"/>
            <a:ext cx="1803578" cy="1592367"/>
            <a:chOff x="-4912150" y="-393637"/>
            <a:chExt cx="2057000" cy="1816112"/>
          </a:xfrm>
        </p:grpSpPr>
        <p:sp>
          <p:nvSpPr>
            <p:cNvPr id="145" name="Google Shape;145;p5"/>
            <p:cNvSpPr/>
            <p:nvPr/>
          </p:nvSpPr>
          <p:spPr>
            <a:xfrm>
              <a:off x="-4604150" y="-280425"/>
              <a:ext cx="858750" cy="1117575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5"/>
            <p:cNvSpPr/>
            <p:nvPr/>
          </p:nvSpPr>
          <p:spPr>
            <a:xfrm>
              <a:off x="-3780300" y="-305525"/>
              <a:ext cx="62525" cy="57000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5"/>
            <p:cNvSpPr/>
            <p:nvPr/>
          </p:nvSpPr>
          <p:spPr>
            <a:xfrm>
              <a:off x="-4199050" y="281125"/>
              <a:ext cx="155150" cy="154850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5"/>
            <p:cNvSpPr/>
            <p:nvPr/>
          </p:nvSpPr>
          <p:spPr>
            <a:xfrm>
              <a:off x="-4514575" y="97000"/>
              <a:ext cx="740775" cy="896950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-3809300" y="72075"/>
              <a:ext cx="61400" cy="56825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5"/>
            <p:cNvSpPr/>
            <p:nvPr/>
          </p:nvSpPr>
          <p:spPr>
            <a:xfrm>
              <a:off x="-4203525" y="-330075"/>
              <a:ext cx="275400" cy="273925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5"/>
            <p:cNvSpPr/>
            <p:nvPr/>
          </p:nvSpPr>
          <p:spPr>
            <a:xfrm>
              <a:off x="-3964425" y="-355100"/>
              <a:ext cx="64750" cy="56950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-4230300" y="-88200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-3761575" y="553550"/>
              <a:ext cx="51025" cy="38375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-4478025" y="655725"/>
              <a:ext cx="666475" cy="651250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-4579025" y="1370700"/>
              <a:ext cx="46900" cy="38375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5"/>
            <p:cNvSpPr/>
            <p:nvPr/>
          </p:nvSpPr>
          <p:spPr>
            <a:xfrm>
              <a:off x="-4912150" y="393325"/>
              <a:ext cx="547675" cy="546850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-3508415" y="-393637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" name="Google Shape;164;p5"/>
          <p:cNvGrpSpPr/>
          <p:nvPr/>
        </p:nvGrpSpPr>
        <p:grpSpPr>
          <a:xfrm>
            <a:off x="6039350" y="414138"/>
            <a:ext cx="1040638" cy="901375"/>
            <a:chOff x="8457538" y="810363"/>
            <a:chExt cx="1040638" cy="901375"/>
          </a:xfrm>
        </p:grpSpPr>
        <p:grpSp>
          <p:nvGrpSpPr>
            <p:cNvPr id="165" name="Google Shape;165;p5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166" name="Google Shape;166;p5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5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8" name="Google Shape;168;p5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169" name="Google Shape;169;p5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5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5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2" name="Google Shape;172;p5"/>
          <p:cNvGrpSpPr/>
          <p:nvPr/>
        </p:nvGrpSpPr>
        <p:grpSpPr>
          <a:xfrm>
            <a:off x="2021856" y="3530393"/>
            <a:ext cx="1019565" cy="1290805"/>
            <a:chOff x="-4017975" y="-49702"/>
            <a:chExt cx="1162825" cy="1472177"/>
          </a:xfrm>
        </p:grpSpPr>
        <p:sp>
          <p:nvSpPr>
            <p:cNvPr id="173" name="Google Shape;173;p5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5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5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5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5"/>
            <p:cNvSpPr/>
            <p:nvPr/>
          </p:nvSpPr>
          <p:spPr>
            <a:xfrm>
              <a:off x="-3633259" y="-49702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5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5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" name="Google Shape;180;p5"/>
          <p:cNvGrpSpPr/>
          <p:nvPr/>
        </p:nvGrpSpPr>
        <p:grpSpPr>
          <a:xfrm>
            <a:off x="7572872" y="-168350"/>
            <a:ext cx="1929500" cy="2210100"/>
            <a:chOff x="295725" y="-3462825"/>
            <a:chExt cx="1929500" cy="2210100"/>
          </a:xfrm>
        </p:grpSpPr>
        <p:sp>
          <p:nvSpPr>
            <p:cNvPr id="181" name="Google Shape;181;p5"/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5"/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5"/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5"/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5"/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5"/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5"/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5"/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5"/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5"/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5"/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5"/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5"/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5"/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5"/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5"/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5"/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5"/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5"/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5"/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5"/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5"/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5"/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5"/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5"/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23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208" name="Google Shape;208;p6"/>
          <p:cNvGrpSpPr/>
          <p:nvPr/>
        </p:nvGrpSpPr>
        <p:grpSpPr>
          <a:xfrm>
            <a:off x="8361160" y="-152294"/>
            <a:ext cx="1040638" cy="1353907"/>
            <a:chOff x="8361160" y="-152294"/>
            <a:chExt cx="1040638" cy="1353907"/>
          </a:xfrm>
        </p:grpSpPr>
        <p:grpSp>
          <p:nvGrpSpPr>
            <p:cNvPr id="209" name="Google Shape;209;p6"/>
            <p:cNvGrpSpPr/>
            <p:nvPr/>
          </p:nvGrpSpPr>
          <p:grpSpPr>
            <a:xfrm flipH="1">
              <a:off x="8361160" y="300238"/>
              <a:ext cx="1040638" cy="901375"/>
              <a:chOff x="948060" y="3972813"/>
              <a:chExt cx="1040638" cy="901375"/>
            </a:xfrm>
          </p:grpSpPr>
          <p:grpSp>
            <p:nvGrpSpPr>
              <p:cNvPr id="210" name="Google Shape;210;p6"/>
              <p:cNvGrpSpPr/>
              <p:nvPr/>
            </p:nvGrpSpPr>
            <p:grpSpPr>
              <a:xfrm flipH="1">
                <a:off x="948060" y="3972813"/>
                <a:ext cx="716725" cy="901375"/>
                <a:chOff x="-3888525" y="-2483300"/>
                <a:chExt cx="716725" cy="901375"/>
              </a:xfrm>
            </p:grpSpPr>
            <p:sp>
              <p:nvSpPr>
                <p:cNvPr id="211" name="Google Shape;211;p6"/>
                <p:cNvSpPr/>
                <p:nvPr/>
              </p:nvSpPr>
              <p:spPr>
                <a:xfrm>
                  <a:off x="-3719475" y="-2483300"/>
                  <a:ext cx="547675" cy="547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07" h="21882" extrusionOk="0">
                      <a:moveTo>
                        <a:pt x="21756" y="1"/>
                      </a:moveTo>
                      <a:cubicBezTo>
                        <a:pt x="21723" y="1"/>
                        <a:pt x="21689" y="15"/>
                        <a:pt x="21661" y="43"/>
                      </a:cubicBezTo>
                      <a:lnTo>
                        <a:pt x="56" y="21647"/>
                      </a:lnTo>
                      <a:cubicBezTo>
                        <a:pt x="1" y="21703"/>
                        <a:pt x="1" y="21781"/>
                        <a:pt x="56" y="21837"/>
                      </a:cubicBezTo>
                      <a:cubicBezTo>
                        <a:pt x="79" y="21870"/>
                        <a:pt x="112" y="21882"/>
                        <a:pt x="157" y="21882"/>
                      </a:cubicBezTo>
                      <a:cubicBezTo>
                        <a:pt x="190" y="21882"/>
                        <a:pt x="224" y="21870"/>
                        <a:pt x="257" y="21837"/>
                      </a:cubicBezTo>
                      <a:lnTo>
                        <a:pt x="21851" y="243"/>
                      </a:lnTo>
                      <a:cubicBezTo>
                        <a:pt x="21907" y="188"/>
                        <a:pt x="21907" y="98"/>
                        <a:pt x="21851" y="43"/>
                      </a:cubicBezTo>
                      <a:cubicBezTo>
                        <a:pt x="21823" y="15"/>
                        <a:pt x="21790" y="1"/>
                        <a:pt x="2175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" name="Google Shape;212;p6"/>
                <p:cNvSpPr/>
                <p:nvPr/>
              </p:nvSpPr>
              <p:spPr>
                <a:xfrm>
                  <a:off x="-3888525" y="-2128825"/>
                  <a:ext cx="549275" cy="546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71" h="21876" extrusionOk="0">
                      <a:moveTo>
                        <a:pt x="21780" y="1"/>
                      </a:moveTo>
                      <a:cubicBezTo>
                        <a:pt x="21751" y="1"/>
                        <a:pt x="21721" y="11"/>
                        <a:pt x="21694" y="36"/>
                      </a:cubicBezTo>
                      <a:lnTo>
                        <a:pt x="89" y="21630"/>
                      </a:lnTo>
                      <a:cubicBezTo>
                        <a:pt x="0" y="21719"/>
                        <a:pt x="67" y="21864"/>
                        <a:pt x="190" y="21875"/>
                      </a:cubicBezTo>
                      <a:cubicBezTo>
                        <a:pt x="223" y="21864"/>
                        <a:pt x="268" y="21853"/>
                        <a:pt x="290" y="21830"/>
                      </a:cubicBezTo>
                      <a:lnTo>
                        <a:pt x="21884" y="226"/>
                      </a:lnTo>
                      <a:cubicBezTo>
                        <a:pt x="21971" y="130"/>
                        <a:pt x="21882" y="1"/>
                        <a:pt x="2178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13" name="Google Shape;213;p6"/>
              <p:cNvGrpSpPr/>
              <p:nvPr/>
            </p:nvGrpSpPr>
            <p:grpSpPr>
              <a:xfrm flipH="1">
                <a:off x="1664772" y="4493938"/>
                <a:ext cx="323925" cy="323650"/>
                <a:chOff x="1608625" y="299800"/>
                <a:chExt cx="323925" cy="323650"/>
              </a:xfrm>
            </p:grpSpPr>
            <p:sp>
              <p:nvSpPr>
                <p:cNvPr id="214" name="Google Shape;214;p6"/>
                <p:cNvSpPr/>
                <p:nvPr/>
              </p:nvSpPr>
              <p:spPr>
                <a:xfrm>
                  <a:off x="1633450" y="324425"/>
                  <a:ext cx="275900" cy="274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36" h="10968" extrusionOk="0">
                      <a:moveTo>
                        <a:pt x="10830" y="0"/>
                      </a:moveTo>
                      <a:cubicBezTo>
                        <a:pt x="10795" y="0"/>
                        <a:pt x="10758" y="16"/>
                        <a:pt x="10725" y="54"/>
                      </a:cubicBezTo>
                      <a:lnTo>
                        <a:pt x="46" y="10733"/>
                      </a:lnTo>
                      <a:cubicBezTo>
                        <a:pt x="1" y="10789"/>
                        <a:pt x="1" y="10867"/>
                        <a:pt x="46" y="10923"/>
                      </a:cubicBezTo>
                      <a:cubicBezTo>
                        <a:pt x="79" y="10956"/>
                        <a:pt x="112" y="10968"/>
                        <a:pt x="146" y="10968"/>
                      </a:cubicBezTo>
                      <a:cubicBezTo>
                        <a:pt x="191" y="10968"/>
                        <a:pt x="224" y="10956"/>
                        <a:pt x="246" y="10923"/>
                      </a:cubicBezTo>
                      <a:lnTo>
                        <a:pt x="10926" y="254"/>
                      </a:lnTo>
                      <a:cubicBezTo>
                        <a:pt x="11036" y="153"/>
                        <a:pt x="10941" y="0"/>
                        <a:pt x="10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" name="Google Shape;215;p6"/>
                <p:cNvSpPr/>
                <p:nvPr/>
              </p:nvSpPr>
              <p:spPr>
                <a:xfrm>
                  <a:off x="1875625" y="299800"/>
                  <a:ext cx="56925" cy="56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7" h="2278" extrusionOk="0">
                      <a:moveTo>
                        <a:pt x="1139" y="1"/>
                      </a:moveTo>
                      <a:cubicBezTo>
                        <a:pt x="514" y="1"/>
                        <a:pt x="0" y="514"/>
                        <a:pt x="0" y="1139"/>
                      </a:cubicBezTo>
                      <a:cubicBezTo>
                        <a:pt x="0" y="1764"/>
                        <a:pt x="514" y="2277"/>
                        <a:pt x="1139" y="2277"/>
                      </a:cubicBezTo>
                      <a:cubicBezTo>
                        <a:pt x="1764" y="2277"/>
                        <a:pt x="2277" y="1764"/>
                        <a:pt x="2277" y="1139"/>
                      </a:cubicBezTo>
                      <a:cubicBezTo>
                        <a:pt x="2277" y="514"/>
                        <a:pt x="1764" y="1"/>
                        <a:pt x="113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" name="Google Shape;216;p6"/>
                <p:cNvSpPr/>
                <p:nvPr/>
              </p:nvSpPr>
              <p:spPr>
                <a:xfrm>
                  <a:off x="1608625" y="566800"/>
                  <a:ext cx="56950" cy="5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8" h="2266" extrusionOk="0">
                      <a:moveTo>
                        <a:pt x="1139" y="0"/>
                      </a:moveTo>
                      <a:cubicBezTo>
                        <a:pt x="514" y="0"/>
                        <a:pt x="1" y="503"/>
                        <a:pt x="1" y="1127"/>
                      </a:cubicBezTo>
                      <a:cubicBezTo>
                        <a:pt x="1" y="1764"/>
                        <a:pt x="514" y="2266"/>
                        <a:pt x="1139" y="2266"/>
                      </a:cubicBezTo>
                      <a:cubicBezTo>
                        <a:pt x="1775" y="2266"/>
                        <a:pt x="2277" y="1764"/>
                        <a:pt x="2277" y="1127"/>
                      </a:cubicBezTo>
                      <a:cubicBezTo>
                        <a:pt x="2277" y="503"/>
                        <a:pt x="1775" y="0"/>
                        <a:pt x="113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17" name="Google Shape;217;p6"/>
            <p:cNvGrpSpPr/>
            <p:nvPr/>
          </p:nvGrpSpPr>
          <p:grpSpPr>
            <a:xfrm rot="10800000">
              <a:off x="8442919" y="-152294"/>
              <a:ext cx="777174" cy="1001897"/>
              <a:chOff x="-4604150" y="-305525"/>
              <a:chExt cx="886375" cy="1142675"/>
            </a:xfrm>
          </p:grpSpPr>
          <p:sp>
            <p:nvSpPr>
              <p:cNvPr id="218" name="Google Shape;218;p6"/>
              <p:cNvSpPr/>
              <p:nvPr/>
            </p:nvSpPr>
            <p:spPr>
              <a:xfrm>
                <a:off x="-4604150" y="-280425"/>
                <a:ext cx="858750" cy="1117575"/>
              </a:xfrm>
              <a:custGeom>
                <a:avLst/>
                <a:gdLst/>
                <a:ahLst/>
                <a:cxnLst/>
                <a:rect l="l" t="t" r="r" b="b"/>
                <a:pathLst>
                  <a:path w="34350" h="44703" extrusionOk="0">
                    <a:moveTo>
                      <a:pt x="34205" y="1"/>
                    </a:moveTo>
                    <a:cubicBezTo>
                      <a:pt x="34169" y="1"/>
                      <a:pt x="34132" y="15"/>
                      <a:pt x="34104" y="43"/>
                    </a:cubicBezTo>
                    <a:lnTo>
                      <a:pt x="23425" y="10722"/>
                    </a:lnTo>
                    <a:cubicBezTo>
                      <a:pt x="23402" y="10745"/>
                      <a:pt x="23391" y="10778"/>
                      <a:pt x="23391" y="10823"/>
                    </a:cubicBezTo>
                    <a:lnTo>
                      <a:pt x="23391" y="21168"/>
                    </a:lnTo>
                    <a:lnTo>
                      <a:pt x="90" y="44468"/>
                    </a:lnTo>
                    <a:cubicBezTo>
                      <a:pt x="1" y="44558"/>
                      <a:pt x="68" y="44703"/>
                      <a:pt x="191" y="44703"/>
                    </a:cubicBezTo>
                    <a:cubicBezTo>
                      <a:pt x="224" y="44703"/>
                      <a:pt x="258" y="44692"/>
                      <a:pt x="291" y="44669"/>
                    </a:cubicBezTo>
                    <a:lnTo>
                      <a:pt x="23626" y="21324"/>
                    </a:lnTo>
                    <a:cubicBezTo>
                      <a:pt x="23648" y="21301"/>
                      <a:pt x="23670" y="21257"/>
                      <a:pt x="23670" y="21223"/>
                    </a:cubicBezTo>
                    <a:lnTo>
                      <a:pt x="23670" y="10879"/>
                    </a:lnTo>
                    <a:lnTo>
                      <a:pt x="34305" y="244"/>
                    </a:lnTo>
                    <a:cubicBezTo>
                      <a:pt x="34350" y="188"/>
                      <a:pt x="34350" y="98"/>
                      <a:pt x="34305" y="43"/>
                    </a:cubicBezTo>
                    <a:cubicBezTo>
                      <a:pt x="34277" y="15"/>
                      <a:pt x="34241" y="1"/>
                      <a:pt x="342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6"/>
              <p:cNvSpPr/>
              <p:nvPr/>
            </p:nvSpPr>
            <p:spPr>
              <a:xfrm>
                <a:off x="-3780300" y="-305525"/>
                <a:ext cx="62525" cy="57000"/>
              </a:xfrm>
              <a:custGeom>
                <a:avLst/>
                <a:gdLst/>
                <a:ahLst/>
                <a:cxnLst/>
                <a:rect l="l" t="t" r="r" b="b"/>
                <a:pathLst>
                  <a:path w="2501" h="2280" extrusionOk="0">
                    <a:moveTo>
                      <a:pt x="1248" y="0"/>
                    </a:moveTo>
                    <a:cubicBezTo>
                      <a:pt x="738" y="0"/>
                      <a:pt x="270" y="354"/>
                      <a:pt x="146" y="879"/>
                    </a:cubicBezTo>
                    <a:cubicBezTo>
                      <a:pt x="1" y="1493"/>
                      <a:pt x="380" y="2107"/>
                      <a:pt x="994" y="2252"/>
                    </a:cubicBezTo>
                    <a:cubicBezTo>
                      <a:pt x="1077" y="2270"/>
                      <a:pt x="1161" y="2279"/>
                      <a:pt x="1243" y="2279"/>
                    </a:cubicBezTo>
                    <a:cubicBezTo>
                      <a:pt x="1757" y="2279"/>
                      <a:pt x="2231" y="1933"/>
                      <a:pt x="2356" y="1404"/>
                    </a:cubicBezTo>
                    <a:cubicBezTo>
                      <a:pt x="2501" y="790"/>
                      <a:pt x="2121" y="176"/>
                      <a:pt x="1507" y="31"/>
                    </a:cubicBezTo>
                    <a:cubicBezTo>
                      <a:pt x="1421" y="10"/>
                      <a:pt x="1334" y="0"/>
                      <a:pt x="124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6"/>
              <p:cNvSpPr/>
              <p:nvPr/>
            </p:nvSpPr>
            <p:spPr>
              <a:xfrm>
                <a:off x="-4199050" y="281125"/>
                <a:ext cx="155150" cy="154850"/>
              </a:xfrm>
              <a:custGeom>
                <a:avLst/>
                <a:gdLst/>
                <a:ahLst/>
                <a:cxnLst/>
                <a:rect l="l" t="t" r="r" b="b"/>
                <a:pathLst>
                  <a:path w="6206" h="6194" extrusionOk="0">
                    <a:moveTo>
                      <a:pt x="6149" y="0"/>
                    </a:moveTo>
                    <a:lnTo>
                      <a:pt x="1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4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21" name="Google Shape;221;p6"/>
          <p:cNvGrpSpPr/>
          <p:nvPr/>
        </p:nvGrpSpPr>
        <p:grpSpPr>
          <a:xfrm>
            <a:off x="778838" y="379263"/>
            <a:ext cx="184175" cy="158025"/>
            <a:chOff x="-3626300" y="-1680825"/>
            <a:chExt cx="184175" cy="158025"/>
          </a:xfrm>
        </p:grpSpPr>
        <p:sp>
          <p:nvSpPr>
            <p:cNvPr id="222" name="Google Shape;222;p6"/>
            <p:cNvSpPr/>
            <p:nvPr/>
          </p:nvSpPr>
          <p:spPr>
            <a:xfrm>
              <a:off x="-3626300" y="-1680825"/>
              <a:ext cx="184175" cy="158025"/>
            </a:xfrm>
            <a:custGeom>
              <a:avLst/>
              <a:gdLst/>
              <a:ahLst/>
              <a:cxnLst/>
              <a:rect l="l" t="t" r="r" b="b"/>
              <a:pathLst>
                <a:path w="7367" h="6321" extrusionOk="0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6"/>
            <p:cNvSpPr/>
            <p:nvPr/>
          </p:nvSpPr>
          <p:spPr>
            <a:xfrm>
              <a:off x="-3559050" y="-1636200"/>
              <a:ext cx="76175" cy="68900"/>
            </a:xfrm>
            <a:custGeom>
              <a:avLst/>
              <a:gdLst/>
              <a:ahLst/>
              <a:cxnLst/>
              <a:rect l="l" t="t" r="r" b="b"/>
              <a:pathLst>
                <a:path w="3047" h="2756" extrusionOk="0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4" name="Google Shape;224;p6"/>
          <p:cNvGrpSpPr/>
          <p:nvPr/>
        </p:nvGrpSpPr>
        <p:grpSpPr>
          <a:xfrm>
            <a:off x="-252062" y="300238"/>
            <a:ext cx="716725" cy="901375"/>
            <a:chOff x="-3888525" y="-2483300"/>
            <a:chExt cx="716725" cy="901375"/>
          </a:xfrm>
        </p:grpSpPr>
        <p:sp>
          <p:nvSpPr>
            <p:cNvPr id="225" name="Google Shape;225;p6"/>
            <p:cNvSpPr/>
            <p:nvPr/>
          </p:nvSpPr>
          <p:spPr>
            <a:xfrm>
              <a:off x="-3719475" y="-2483300"/>
              <a:ext cx="547675" cy="547050"/>
            </a:xfrm>
            <a:custGeom>
              <a:avLst/>
              <a:gdLst/>
              <a:ahLst/>
              <a:cxnLst/>
              <a:rect l="l" t="t" r="r" b="b"/>
              <a:pathLst>
                <a:path w="21907" h="21882" extrusionOk="0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6"/>
            <p:cNvSpPr/>
            <p:nvPr/>
          </p:nvSpPr>
          <p:spPr>
            <a:xfrm>
              <a:off x="-3888525" y="-2128825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7"/>
          <p:cNvSpPr txBox="1">
            <a:spLocks noGrp="1"/>
          </p:cNvSpPr>
          <p:nvPr>
            <p:ph type="subTitle" idx="1"/>
          </p:nvPr>
        </p:nvSpPr>
        <p:spPr>
          <a:xfrm>
            <a:off x="782850" y="1341548"/>
            <a:ext cx="7578300" cy="5271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29" name="Google Shape;229;p7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230" name="Google Shape;230;p7"/>
          <p:cNvGrpSpPr/>
          <p:nvPr/>
        </p:nvGrpSpPr>
        <p:grpSpPr>
          <a:xfrm>
            <a:off x="7433700" y="4482713"/>
            <a:ext cx="1040638" cy="901375"/>
            <a:chOff x="8457538" y="810363"/>
            <a:chExt cx="1040638" cy="901375"/>
          </a:xfrm>
        </p:grpSpPr>
        <p:grpSp>
          <p:nvGrpSpPr>
            <p:cNvPr id="231" name="Google Shape;231;p7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232" name="Google Shape;232;p7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7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4" name="Google Shape;234;p7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235" name="Google Shape;235;p7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7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7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38" name="Google Shape;238;p7"/>
          <p:cNvGrpSpPr/>
          <p:nvPr/>
        </p:nvGrpSpPr>
        <p:grpSpPr>
          <a:xfrm>
            <a:off x="388869" y="-29307"/>
            <a:ext cx="1019565" cy="1290805"/>
            <a:chOff x="-4017975" y="-49702"/>
            <a:chExt cx="1162825" cy="1472177"/>
          </a:xfrm>
        </p:grpSpPr>
        <p:sp>
          <p:nvSpPr>
            <p:cNvPr id="239" name="Google Shape;239;p7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7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7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7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7"/>
            <p:cNvSpPr/>
            <p:nvPr/>
          </p:nvSpPr>
          <p:spPr>
            <a:xfrm>
              <a:off x="-3633259" y="-49702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7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7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6" name="Google Shape;246;p7"/>
          <p:cNvGrpSpPr/>
          <p:nvPr/>
        </p:nvGrpSpPr>
        <p:grpSpPr>
          <a:xfrm>
            <a:off x="7934047" y="1528575"/>
            <a:ext cx="1929500" cy="2210100"/>
            <a:chOff x="295725" y="-3462825"/>
            <a:chExt cx="1929500" cy="2210100"/>
          </a:xfrm>
        </p:grpSpPr>
        <p:sp>
          <p:nvSpPr>
            <p:cNvPr id="247" name="Google Shape;247;p7"/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7"/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7"/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7"/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7"/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7"/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7"/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7"/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7"/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7"/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7"/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7"/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7"/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7"/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7"/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7"/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7"/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7"/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7"/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7"/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7"/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7"/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7"/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7"/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7"/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2" name="Google Shape;272;p7"/>
          <p:cNvGrpSpPr/>
          <p:nvPr/>
        </p:nvGrpSpPr>
        <p:grpSpPr>
          <a:xfrm rot="10800000">
            <a:off x="-510906" y="2675681"/>
            <a:ext cx="1803578" cy="1592367"/>
            <a:chOff x="-4912150" y="-393637"/>
            <a:chExt cx="2057000" cy="1816112"/>
          </a:xfrm>
        </p:grpSpPr>
        <p:sp>
          <p:nvSpPr>
            <p:cNvPr id="273" name="Google Shape;273;p7"/>
            <p:cNvSpPr/>
            <p:nvPr/>
          </p:nvSpPr>
          <p:spPr>
            <a:xfrm>
              <a:off x="-4604150" y="-280425"/>
              <a:ext cx="858750" cy="1117575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7"/>
            <p:cNvSpPr/>
            <p:nvPr/>
          </p:nvSpPr>
          <p:spPr>
            <a:xfrm>
              <a:off x="-3780300" y="-305525"/>
              <a:ext cx="62525" cy="57000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7"/>
            <p:cNvSpPr/>
            <p:nvPr/>
          </p:nvSpPr>
          <p:spPr>
            <a:xfrm>
              <a:off x="-4199050" y="281125"/>
              <a:ext cx="155150" cy="154850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7"/>
            <p:cNvSpPr/>
            <p:nvPr/>
          </p:nvSpPr>
          <p:spPr>
            <a:xfrm>
              <a:off x="-4514575" y="97000"/>
              <a:ext cx="740775" cy="896950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7"/>
            <p:cNvSpPr/>
            <p:nvPr/>
          </p:nvSpPr>
          <p:spPr>
            <a:xfrm>
              <a:off x="-3809300" y="72075"/>
              <a:ext cx="61400" cy="56825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7"/>
            <p:cNvSpPr/>
            <p:nvPr/>
          </p:nvSpPr>
          <p:spPr>
            <a:xfrm>
              <a:off x="-4203525" y="-330075"/>
              <a:ext cx="275400" cy="273925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7"/>
            <p:cNvSpPr/>
            <p:nvPr/>
          </p:nvSpPr>
          <p:spPr>
            <a:xfrm>
              <a:off x="-3964425" y="-355100"/>
              <a:ext cx="64750" cy="56950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7"/>
            <p:cNvSpPr/>
            <p:nvPr/>
          </p:nvSpPr>
          <p:spPr>
            <a:xfrm>
              <a:off x="-4230300" y="-88200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7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7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7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7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7"/>
            <p:cNvSpPr/>
            <p:nvPr/>
          </p:nvSpPr>
          <p:spPr>
            <a:xfrm>
              <a:off x="-3761575" y="553550"/>
              <a:ext cx="51025" cy="38375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7"/>
            <p:cNvSpPr/>
            <p:nvPr/>
          </p:nvSpPr>
          <p:spPr>
            <a:xfrm>
              <a:off x="-4478025" y="655725"/>
              <a:ext cx="666475" cy="651250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7"/>
            <p:cNvSpPr/>
            <p:nvPr/>
          </p:nvSpPr>
          <p:spPr>
            <a:xfrm>
              <a:off x="-4579025" y="1370700"/>
              <a:ext cx="46900" cy="38375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7"/>
            <p:cNvSpPr/>
            <p:nvPr/>
          </p:nvSpPr>
          <p:spPr>
            <a:xfrm>
              <a:off x="-4912150" y="393325"/>
              <a:ext cx="547675" cy="546850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7"/>
            <p:cNvSpPr/>
            <p:nvPr/>
          </p:nvSpPr>
          <p:spPr>
            <a:xfrm>
              <a:off x="-3508415" y="-393637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7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7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8"/>
          <p:cNvSpPr txBox="1">
            <a:spLocks noGrp="1"/>
          </p:cNvSpPr>
          <p:nvPr>
            <p:ph type="title"/>
          </p:nvPr>
        </p:nvSpPr>
        <p:spPr>
          <a:xfrm>
            <a:off x="1388100" y="556250"/>
            <a:ext cx="5904000" cy="40311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9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294" name="Google Shape;294;p8"/>
          <p:cNvGrpSpPr/>
          <p:nvPr/>
        </p:nvGrpSpPr>
        <p:grpSpPr>
          <a:xfrm flipH="1">
            <a:off x="7745597" y="3097813"/>
            <a:ext cx="1516025" cy="1489525"/>
            <a:chOff x="-3888525" y="-3012325"/>
            <a:chExt cx="1516025" cy="1489525"/>
          </a:xfrm>
        </p:grpSpPr>
        <p:sp>
          <p:nvSpPr>
            <p:cNvPr id="295" name="Google Shape;295;p8"/>
            <p:cNvSpPr/>
            <p:nvPr/>
          </p:nvSpPr>
          <p:spPr>
            <a:xfrm>
              <a:off x="-3076125" y="-3012325"/>
              <a:ext cx="38525" cy="38250"/>
            </a:xfrm>
            <a:custGeom>
              <a:avLst/>
              <a:gdLst/>
              <a:ahLst/>
              <a:cxnLst/>
              <a:rect l="l" t="t" r="r" b="b"/>
              <a:pathLst>
                <a:path w="1541" h="1530" extrusionOk="0">
                  <a:moveTo>
                    <a:pt x="779" y="1"/>
                  </a:moveTo>
                  <a:cubicBezTo>
                    <a:pt x="679" y="1"/>
                    <a:pt x="577" y="19"/>
                    <a:pt x="480" y="56"/>
                  </a:cubicBezTo>
                  <a:cubicBezTo>
                    <a:pt x="436" y="79"/>
                    <a:pt x="391" y="101"/>
                    <a:pt x="346" y="134"/>
                  </a:cubicBezTo>
                  <a:cubicBezTo>
                    <a:pt x="302" y="157"/>
                    <a:pt x="268" y="190"/>
                    <a:pt x="224" y="224"/>
                  </a:cubicBezTo>
                  <a:cubicBezTo>
                    <a:pt x="190" y="257"/>
                    <a:pt x="157" y="302"/>
                    <a:pt x="134" y="346"/>
                  </a:cubicBezTo>
                  <a:cubicBezTo>
                    <a:pt x="101" y="380"/>
                    <a:pt x="79" y="425"/>
                    <a:pt x="56" y="480"/>
                  </a:cubicBezTo>
                  <a:cubicBezTo>
                    <a:pt x="45" y="525"/>
                    <a:pt x="34" y="570"/>
                    <a:pt x="23" y="614"/>
                  </a:cubicBezTo>
                  <a:cubicBezTo>
                    <a:pt x="12" y="659"/>
                    <a:pt x="0" y="715"/>
                    <a:pt x="0" y="771"/>
                  </a:cubicBezTo>
                  <a:cubicBezTo>
                    <a:pt x="0" y="971"/>
                    <a:pt x="90" y="1161"/>
                    <a:pt x="224" y="1306"/>
                  </a:cubicBezTo>
                  <a:cubicBezTo>
                    <a:pt x="268" y="1340"/>
                    <a:pt x="302" y="1373"/>
                    <a:pt x="346" y="1407"/>
                  </a:cubicBezTo>
                  <a:cubicBezTo>
                    <a:pt x="391" y="1429"/>
                    <a:pt x="436" y="1451"/>
                    <a:pt x="480" y="1474"/>
                  </a:cubicBezTo>
                  <a:cubicBezTo>
                    <a:pt x="525" y="1496"/>
                    <a:pt x="570" y="1507"/>
                    <a:pt x="625" y="1518"/>
                  </a:cubicBezTo>
                  <a:cubicBezTo>
                    <a:pt x="670" y="1529"/>
                    <a:pt x="726" y="1529"/>
                    <a:pt x="770" y="1529"/>
                  </a:cubicBezTo>
                  <a:lnTo>
                    <a:pt x="782" y="1529"/>
                  </a:lnTo>
                  <a:cubicBezTo>
                    <a:pt x="1206" y="1529"/>
                    <a:pt x="1540" y="1183"/>
                    <a:pt x="1540" y="771"/>
                  </a:cubicBezTo>
                  <a:cubicBezTo>
                    <a:pt x="1540" y="715"/>
                    <a:pt x="1540" y="659"/>
                    <a:pt x="1529" y="614"/>
                  </a:cubicBezTo>
                  <a:cubicBezTo>
                    <a:pt x="1518" y="570"/>
                    <a:pt x="1507" y="525"/>
                    <a:pt x="1485" y="480"/>
                  </a:cubicBezTo>
                  <a:cubicBezTo>
                    <a:pt x="1462" y="425"/>
                    <a:pt x="1440" y="380"/>
                    <a:pt x="1418" y="346"/>
                  </a:cubicBezTo>
                  <a:cubicBezTo>
                    <a:pt x="1384" y="302"/>
                    <a:pt x="1351" y="257"/>
                    <a:pt x="1317" y="224"/>
                  </a:cubicBezTo>
                  <a:cubicBezTo>
                    <a:pt x="1176" y="75"/>
                    <a:pt x="980" y="1"/>
                    <a:pt x="7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8"/>
            <p:cNvSpPr/>
            <p:nvPr/>
          </p:nvSpPr>
          <p:spPr>
            <a:xfrm>
              <a:off x="-3648325" y="-2918425"/>
              <a:ext cx="523950" cy="509300"/>
            </a:xfrm>
            <a:custGeom>
              <a:avLst/>
              <a:gdLst/>
              <a:ahLst/>
              <a:cxnLst/>
              <a:rect l="l" t="t" r="r" b="b"/>
              <a:pathLst>
                <a:path w="20958" h="20372" extrusionOk="0">
                  <a:moveTo>
                    <a:pt x="19910" y="1"/>
                  </a:moveTo>
                  <a:cubicBezTo>
                    <a:pt x="19813" y="1"/>
                    <a:pt x="19712" y="19"/>
                    <a:pt x="19608" y="61"/>
                  </a:cubicBezTo>
                  <a:cubicBezTo>
                    <a:pt x="18839" y="384"/>
                    <a:pt x="19060" y="1540"/>
                    <a:pt x="19903" y="1545"/>
                  </a:cubicBezTo>
                  <a:lnTo>
                    <a:pt x="19903" y="1545"/>
                  </a:lnTo>
                  <a:cubicBezTo>
                    <a:pt x="20102" y="1544"/>
                    <a:pt x="20301" y="1466"/>
                    <a:pt x="20445" y="1311"/>
                  </a:cubicBezTo>
                  <a:cubicBezTo>
                    <a:pt x="20957" y="798"/>
                    <a:pt x="20539" y="1"/>
                    <a:pt x="19910" y="1"/>
                  </a:cubicBezTo>
                  <a:close/>
                  <a:moveTo>
                    <a:pt x="19903" y="1545"/>
                  </a:moveTo>
                  <a:cubicBezTo>
                    <a:pt x="19901" y="1545"/>
                    <a:pt x="19900" y="1545"/>
                    <a:pt x="19898" y="1545"/>
                  </a:cubicBezTo>
                  <a:lnTo>
                    <a:pt x="19909" y="1545"/>
                  </a:lnTo>
                  <a:cubicBezTo>
                    <a:pt x="19907" y="1545"/>
                    <a:pt x="19905" y="1545"/>
                    <a:pt x="19903" y="1545"/>
                  </a:cubicBezTo>
                  <a:close/>
                  <a:moveTo>
                    <a:pt x="16154" y="3769"/>
                  </a:moveTo>
                  <a:cubicBezTo>
                    <a:pt x="16056" y="3769"/>
                    <a:pt x="15952" y="3789"/>
                    <a:pt x="15847" y="3833"/>
                  </a:cubicBezTo>
                  <a:cubicBezTo>
                    <a:pt x="15067" y="4156"/>
                    <a:pt x="15299" y="5301"/>
                    <a:pt x="16131" y="5306"/>
                  </a:cubicBezTo>
                  <a:lnTo>
                    <a:pt x="16131" y="5306"/>
                  </a:lnTo>
                  <a:cubicBezTo>
                    <a:pt x="16341" y="5305"/>
                    <a:pt x="16540" y="5227"/>
                    <a:pt x="16684" y="5083"/>
                  </a:cubicBezTo>
                  <a:cubicBezTo>
                    <a:pt x="17194" y="4563"/>
                    <a:pt x="16774" y="3769"/>
                    <a:pt x="16154" y="3769"/>
                  </a:cubicBezTo>
                  <a:close/>
                  <a:moveTo>
                    <a:pt x="16131" y="5306"/>
                  </a:moveTo>
                  <a:cubicBezTo>
                    <a:pt x="16129" y="5306"/>
                    <a:pt x="16128" y="5306"/>
                    <a:pt x="16126" y="5306"/>
                  </a:cubicBezTo>
                  <a:lnTo>
                    <a:pt x="16137" y="5306"/>
                  </a:lnTo>
                  <a:cubicBezTo>
                    <a:pt x="16135" y="5306"/>
                    <a:pt x="16133" y="5306"/>
                    <a:pt x="16131" y="5306"/>
                  </a:cubicBezTo>
                  <a:close/>
                  <a:moveTo>
                    <a:pt x="12383" y="7530"/>
                  </a:moveTo>
                  <a:cubicBezTo>
                    <a:pt x="12285" y="7530"/>
                    <a:pt x="12181" y="7550"/>
                    <a:pt x="12075" y="7594"/>
                  </a:cubicBezTo>
                  <a:cubicBezTo>
                    <a:pt x="11307" y="7917"/>
                    <a:pt x="11527" y="9073"/>
                    <a:pt x="12370" y="9078"/>
                  </a:cubicBezTo>
                  <a:lnTo>
                    <a:pt x="12370" y="9078"/>
                  </a:lnTo>
                  <a:cubicBezTo>
                    <a:pt x="12569" y="9077"/>
                    <a:pt x="12768" y="8998"/>
                    <a:pt x="12912" y="8844"/>
                  </a:cubicBezTo>
                  <a:cubicBezTo>
                    <a:pt x="13423" y="8333"/>
                    <a:pt x="13009" y="7530"/>
                    <a:pt x="12383" y="7530"/>
                  </a:cubicBezTo>
                  <a:close/>
                  <a:moveTo>
                    <a:pt x="12370" y="9078"/>
                  </a:moveTo>
                  <a:cubicBezTo>
                    <a:pt x="12369" y="9078"/>
                    <a:pt x="12367" y="9078"/>
                    <a:pt x="12365" y="9078"/>
                  </a:cubicBezTo>
                  <a:lnTo>
                    <a:pt x="12376" y="9078"/>
                  </a:lnTo>
                  <a:cubicBezTo>
                    <a:pt x="12374" y="9078"/>
                    <a:pt x="12372" y="9078"/>
                    <a:pt x="12370" y="9078"/>
                  </a:cubicBezTo>
                  <a:close/>
                  <a:moveTo>
                    <a:pt x="8596" y="11293"/>
                  </a:moveTo>
                  <a:cubicBezTo>
                    <a:pt x="8415" y="11293"/>
                    <a:pt x="8227" y="11364"/>
                    <a:pt x="8058" y="11533"/>
                  </a:cubicBezTo>
                  <a:cubicBezTo>
                    <a:pt x="7578" y="12013"/>
                    <a:pt x="7924" y="12839"/>
                    <a:pt x="8604" y="12839"/>
                  </a:cubicBezTo>
                  <a:cubicBezTo>
                    <a:pt x="8805" y="12839"/>
                    <a:pt x="9006" y="12761"/>
                    <a:pt x="9151" y="12615"/>
                  </a:cubicBezTo>
                  <a:cubicBezTo>
                    <a:pt x="9699" y="12059"/>
                    <a:pt x="9190" y="11293"/>
                    <a:pt x="8596" y="11293"/>
                  </a:cubicBezTo>
                  <a:close/>
                  <a:moveTo>
                    <a:pt x="4844" y="15041"/>
                  </a:moveTo>
                  <a:cubicBezTo>
                    <a:pt x="4659" y="15041"/>
                    <a:pt x="4467" y="15116"/>
                    <a:pt x="4297" y="15294"/>
                  </a:cubicBezTo>
                  <a:cubicBezTo>
                    <a:pt x="3817" y="15785"/>
                    <a:pt x="4152" y="16611"/>
                    <a:pt x="4844" y="16611"/>
                  </a:cubicBezTo>
                  <a:cubicBezTo>
                    <a:pt x="5044" y="16611"/>
                    <a:pt x="5234" y="16521"/>
                    <a:pt x="5379" y="16376"/>
                  </a:cubicBezTo>
                  <a:cubicBezTo>
                    <a:pt x="5968" y="15830"/>
                    <a:pt x="5447" y="15041"/>
                    <a:pt x="4844" y="15041"/>
                  </a:cubicBezTo>
                  <a:close/>
                  <a:moveTo>
                    <a:pt x="1086" y="18834"/>
                  </a:moveTo>
                  <a:cubicBezTo>
                    <a:pt x="989" y="18834"/>
                    <a:pt x="886" y="18854"/>
                    <a:pt x="782" y="18898"/>
                  </a:cubicBezTo>
                  <a:cubicBezTo>
                    <a:pt x="0" y="19222"/>
                    <a:pt x="235" y="20371"/>
                    <a:pt x="1072" y="20371"/>
                  </a:cubicBezTo>
                  <a:cubicBezTo>
                    <a:pt x="1273" y="20371"/>
                    <a:pt x="1473" y="20293"/>
                    <a:pt x="1618" y="20148"/>
                  </a:cubicBezTo>
                  <a:cubicBezTo>
                    <a:pt x="2130" y="19637"/>
                    <a:pt x="1707" y="18834"/>
                    <a:pt x="1086" y="188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8"/>
            <p:cNvSpPr/>
            <p:nvPr/>
          </p:nvSpPr>
          <p:spPr>
            <a:xfrm>
              <a:off x="-3742350" y="-2353475"/>
              <a:ext cx="53025" cy="38650"/>
            </a:xfrm>
            <a:custGeom>
              <a:avLst/>
              <a:gdLst/>
              <a:ahLst/>
              <a:cxnLst/>
              <a:rect l="l" t="t" r="r" b="b"/>
              <a:pathLst>
                <a:path w="2121" h="1546" extrusionOk="0">
                  <a:moveTo>
                    <a:pt x="1073" y="1"/>
                  </a:moveTo>
                  <a:cubicBezTo>
                    <a:pt x="976" y="1"/>
                    <a:pt x="875" y="19"/>
                    <a:pt x="771" y="61"/>
                  </a:cubicBezTo>
                  <a:cubicBezTo>
                    <a:pt x="1" y="385"/>
                    <a:pt x="224" y="1545"/>
                    <a:pt x="1072" y="1545"/>
                  </a:cubicBezTo>
                  <a:cubicBezTo>
                    <a:pt x="1273" y="1545"/>
                    <a:pt x="1462" y="1456"/>
                    <a:pt x="1608" y="1322"/>
                  </a:cubicBezTo>
                  <a:cubicBezTo>
                    <a:pt x="2120" y="800"/>
                    <a:pt x="1702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8"/>
            <p:cNvSpPr/>
            <p:nvPr/>
          </p:nvSpPr>
          <p:spPr>
            <a:xfrm>
              <a:off x="-3719475" y="-2483300"/>
              <a:ext cx="547675" cy="547050"/>
            </a:xfrm>
            <a:custGeom>
              <a:avLst/>
              <a:gdLst/>
              <a:ahLst/>
              <a:cxnLst/>
              <a:rect l="l" t="t" r="r" b="b"/>
              <a:pathLst>
                <a:path w="21907" h="21882" extrusionOk="0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8"/>
            <p:cNvSpPr/>
            <p:nvPr/>
          </p:nvSpPr>
          <p:spPr>
            <a:xfrm>
              <a:off x="-3888525" y="-2128825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8"/>
            <p:cNvSpPr/>
            <p:nvPr/>
          </p:nvSpPr>
          <p:spPr>
            <a:xfrm>
              <a:off x="-3626300" y="-1680825"/>
              <a:ext cx="184175" cy="158025"/>
            </a:xfrm>
            <a:custGeom>
              <a:avLst/>
              <a:gdLst/>
              <a:ahLst/>
              <a:cxnLst/>
              <a:rect l="l" t="t" r="r" b="b"/>
              <a:pathLst>
                <a:path w="7367" h="6321" extrusionOk="0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8"/>
            <p:cNvSpPr/>
            <p:nvPr/>
          </p:nvSpPr>
          <p:spPr>
            <a:xfrm>
              <a:off x="-3559050" y="-1636200"/>
              <a:ext cx="76175" cy="68900"/>
            </a:xfrm>
            <a:custGeom>
              <a:avLst/>
              <a:gdLst/>
              <a:ahLst/>
              <a:cxnLst/>
              <a:rect l="l" t="t" r="r" b="b"/>
              <a:pathLst>
                <a:path w="3047" h="2756" extrusionOk="0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8"/>
            <p:cNvSpPr/>
            <p:nvPr/>
          </p:nvSpPr>
          <p:spPr>
            <a:xfrm>
              <a:off x="-3151175" y="-2605875"/>
              <a:ext cx="752125" cy="750250"/>
            </a:xfrm>
            <a:custGeom>
              <a:avLst/>
              <a:gdLst/>
              <a:ahLst/>
              <a:cxnLst/>
              <a:rect l="l" t="t" r="r" b="b"/>
              <a:pathLst>
                <a:path w="30085" h="30010" extrusionOk="0">
                  <a:moveTo>
                    <a:pt x="29888" y="0"/>
                  </a:moveTo>
                  <a:cubicBezTo>
                    <a:pt x="29858" y="0"/>
                    <a:pt x="29826" y="11"/>
                    <a:pt x="29796" y="35"/>
                  </a:cubicBezTo>
                  <a:lnTo>
                    <a:pt x="56" y="29764"/>
                  </a:lnTo>
                  <a:cubicBezTo>
                    <a:pt x="1" y="29820"/>
                    <a:pt x="1" y="29909"/>
                    <a:pt x="56" y="29965"/>
                  </a:cubicBezTo>
                  <a:cubicBezTo>
                    <a:pt x="79" y="29987"/>
                    <a:pt x="123" y="30010"/>
                    <a:pt x="157" y="30010"/>
                  </a:cubicBezTo>
                  <a:cubicBezTo>
                    <a:pt x="190" y="30010"/>
                    <a:pt x="235" y="29987"/>
                    <a:pt x="257" y="29965"/>
                  </a:cubicBezTo>
                  <a:lnTo>
                    <a:pt x="29997" y="236"/>
                  </a:lnTo>
                  <a:cubicBezTo>
                    <a:pt x="30084" y="132"/>
                    <a:pt x="29995" y="0"/>
                    <a:pt x="298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8"/>
            <p:cNvSpPr/>
            <p:nvPr/>
          </p:nvSpPr>
          <p:spPr>
            <a:xfrm>
              <a:off x="-2704800" y="-2461050"/>
              <a:ext cx="155150" cy="155150"/>
            </a:xfrm>
            <a:custGeom>
              <a:avLst/>
              <a:gdLst/>
              <a:ahLst/>
              <a:cxnLst/>
              <a:rect l="l" t="t" r="r" b="b"/>
              <a:pathLst>
                <a:path w="6206" h="6206" extrusionOk="0">
                  <a:moveTo>
                    <a:pt x="6150" y="1"/>
                  </a:moveTo>
                  <a:lnTo>
                    <a:pt x="1" y="6150"/>
                  </a:lnTo>
                  <a:lnTo>
                    <a:pt x="1396" y="6205"/>
                  </a:lnTo>
                  <a:lnTo>
                    <a:pt x="6205" y="1396"/>
                  </a:lnTo>
                  <a:lnTo>
                    <a:pt x="61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8"/>
            <p:cNvSpPr/>
            <p:nvPr/>
          </p:nvSpPr>
          <p:spPr>
            <a:xfrm>
              <a:off x="-2435025" y="-2631025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1" y="1"/>
                  </a:moveTo>
                  <a:cubicBezTo>
                    <a:pt x="961" y="1"/>
                    <a:pt x="671" y="110"/>
                    <a:pt x="447" y="327"/>
                  </a:cubicBezTo>
                  <a:cubicBezTo>
                    <a:pt x="1" y="774"/>
                    <a:pt x="1" y="1499"/>
                    <a:pt x="447" y="1945"/>
                  </a:cubicBezTo>
                  <a:cubicBezTo>
                    <a:pt x="671" y="2163"/>
                    <a:pt x="961" y="2272"/>
                    <a:pt x="1251" y="2272"/>
                  </a:cubicBezTo>
                  <a:cubicBezTo>
                    <a:pt x="1541" y="2272"/>
                    <a:pt x="1831" y="2163"/>
                    <a:pt x="2054" y="1945"/>
                  </a:cubicBezTo>
                  <a:cubicBezTo>
                    <a:pt x="2501" y="1499"/>
                    <a:pt x="2501" y="774"/>
                    <a:pt x="2054" y="327"/>
                  </a:cubicBezTo>
                  <a:cubicBezTo>
                    <a:pt x="1831" y="110"/>
                    <a:pt x="1541" y="1"/>
                    <a:pt x="12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8"/>
            <p:cNvSpPr/>
            <p:nvPr/>
          </p:nvSpPr>
          <p:spPr>
            <a:xfrm>
              <a:off x="-3175450" y="-1887725"/>
              <a:ext cx="56675" cy="56925"/>
            </a:xfrm>
            <a:custGeom>
              <a:avLst/>
              <a:gdLst/>
              <a:ahLst/>
              <a:cxnLst/>
              <a:rect l="l" t="t" r="r" b="b"/>
              <a:pathLst>
                <a:path w="2267" h="2277" extrusionOk="0">
                  <a:moveTo>
                    <a:pt x="1139" y="0"/>
                  </a:moveTo>
                  <a:cubicBezTo>
                    <a:pt x="503" y="0"/>
                    <a:pt x="1" y="514"/>
                    <a:pt x="1" y="1139"/>
                  </a:cubicBezTo>
                  <a:cubicBezTo>
                    <a:pt x="1" y="1764"/>
                    <a:pt x="503" y="2277"/>
                    <a:pt x="1139" y="2277"/>
                  </a:cubicBezTo>
                  <a:cubicBezTo>
                    <a:pt x="1764" y="2277"/>
                    <a:pt x="2266" y="1764"/>
                    <a:pt x="2266" y="1139"/>
                  </a:cubicBezTo>
                  <a:cubicBezTo>
                    <a:pt x="2266" y="514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6" name="Google Shape;306;p8"/>
          <p:cNvGrpSpPr/>
          <p:nvPr/>
        </p:nvGrpSpPr>
        <p:grpSpPr>
          <a:xfrm>
            <a:off x="7994347" y="735313"/>
            <a:ext cx="873188" cy="546900"/>
            <a:chOff x="1115510" y="4327288"/>
            <a:chExt cx="873188" cy="546900"/>
          </a:xfrm>
        </p:grpSpPr>
        <p:sp>
          <p:nvSpPr>
            <p:cNvPr id="307" name="Google Shape;307;p8"/>
            <p:cNvSpPr/>
            <p:nvPr/>
          </p:nvSpPr>
          <p:spPr>
            <a:xfrm flipH="1">
              <a:off x="1115510" y="4327288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8" name="Google Shape;308;p8"/>
            <p:cNvGrpSpPr/>
            <p:nvPr/>
          </p:nvGrpSpPr>
          <p:grpSpPr>
            <a:xfrm flipH="1">
              <a:off x="1664772" y="4493938"/>
              <a:ext cx="323925" cy="323650"/>
              <a:chOff x="1608625" y="299800"/>
              <a:chExt cx="323925" cy="323650"/>
            </a:xfrm>
          </p:grpSpPr>
          <p:sp>
            <p:nvSpPr>
              <p:cNvPr id="309" name="Google Shape;309;p8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8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8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12" name="Google Shape;312;p8"/>
          <p:cNvGrpSpPr/>
          <p:nvPr/>
        </p:nvGrpSpPr>
        <p:grpSpPr>
          <a:xfrm flipH="1">
            <a:off x="6119781" y="4587350"/>
            <a:ext cx="713803" cy="706547"/>
            <a:chOff x="-4017975" y="616650"/>
            <a:chExt cx="814100" cy="805825"/>
          </a:xfrm>
        </p:grpSpPr>
        <p:sp>
          <p:nvSpPr>
            <p:cNvPr id="313" name="Google Shape;313;p8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8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8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8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7" name="Google Shape;317;p8"/>
          <p:cNvGrpSpPr/>
          <p:nvPr/>
        </p:nvGrpSpPr>
        <p:grpSpPr>
          <a:xfrm>
            <a:off x="665435" y="-108237"/>
            <a:ext cx="1040638" cy="901375"/>
            <a:chOff x="948060" y="3972813"/>
            <a:chExt cx="1040638" cy="901375"/>
          </a:xfrm>
        </p:grpSpPr>
        <p:grpSp>
          <p:nvGrpSpPr>
            <p:cNvPr id="318" name="Google Shape;318;p8"/>
            <p:cNvGrpSpPr/>
            <p:nvPr/>
          </p:nvGrpSpPr>
          <p:grpSpPr>
            <a:xfrm flipH="1">
              <a:off x="948060" y="3972813"/>
              <a:ext cx="716725" cy="901375"/>
              <a:chOff x="-3888525" y="-2483300"/>
              <a:chExt cx="716725" cy="901375"/>
            </a:xfrm>
          </p:grpSpPr>
          <p:sp>
            <p:nvSpPr>
              <p:cNvPr id="319" name="Google Shape;319;p8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8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1" name="Google Shape;321;p8"/>
            <p:cNvGrpSpPr/>
            <p:nvPr/>
          </p:nvGrpSpPr>
          <p:grpSpPr>
            <a:xfrm flipH="1">
              <a:off x="1664772" y="4493938"/>
              <a:ext cx="323925" cy="323650"/>
              <a:chOff x="1608625" y="299800"/>
              <a:chExt cx="323925" cy="323650"/>
            </a:xfrm>
          </p:grpSpPr>
          <p:sp>
            <p:nvSpPr>
              <p:cNvPr id="322" name="Google Shape;322;p8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8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8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9"/>
          <p:cNvSpPr txBox="1">
            <a:spLocks noGrp="1"/>
          </p:cNvSpPr>
          <p:nvPr>
            <p:ph type="title"/>
          </p:nvPr>
        </p:nvSpPr>
        <p:spPr>
          <a:xfrm>
            <a:off x="782850" y="1013625"/>
            <a:ext cx="3435300" cy="1305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27" name="Google Shape;327;p9"/>
          <p:cNvSpPr txBox="1">
            <a:spLocks noGrp="1"/>
          </p:cNvSpPr>
          <p:nvPr>
            <p:ph type="subTitle" idx="1"/>
          </p:nvPr>
        </p:nvSpPr>
        <p:spPr>
          <a:xfrm>
            <a:off x="782850" y="2824875"/>
            <a:ext cx="3435300" cy="1305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328" name="Google Shape;328;p9"/>
          <p:cNvGrpSpPr/>
          <p:nvPr/>
        </p:nvGrpSpPr>
        <p:grpSpPr>
          <a:xfrm>
            <a:off x="8457538" y="810363"/>
            <a:ext cx="1040638" cy="901375"/>
            <a:chOff x="8457538" y="810363"/>
            <a:chExt cx="1040638" cy="901375"/>
          </a:xfrm>
        </p:grpSpPr>
        <p:grpSp>
          <p:nvGrpSpPr>
            <p:cNvPr id="329" name="Google Shape;329;p9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330" name="Google Shape;330;p9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9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2" name="Google Shape;332;p9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333" name="Google Shape;333;p9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9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9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0"/>
          <p:cNvSpPr txBox="1">
            <a:spLocks noGrp="1"/>
          </p:cNvSpPr>
          <p:nvPr>
            <p:ph type="title"/>
          </p:nvPr>
        </p:nvSpPr>
        <p:spPr>
          <a:xfrm>
            <a:off x="782850" y="1941300"/>
            <a:ext cx="5137800" cy="1260900"/>
          </a:xfrm>
          <a:prstGeom prst="rect">
            <a:avLst/>
          </a:prstGeom>
          <a:noFill/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1"/>
          <p:cNvSpPr txBox="1">
            <a:spLocks noGrp="1"/>
          </p:cNvSpPr>
          <p:nvPr>
            <p:ph type="title" hasCustomPrompt="1"/>
          </p:nvPr>
        </p:nvSpPr>
        <p:spPr>
          <a:xfrm>
            <a:off x="1267387" y="1365025"/>
            <a:ext cx="6609300" cy="14079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40" name="Google Shape;340;p11"/>
          <p:cNvSpPr txBox="1">
            <a:spLocks noGrp="1"/>
          </p:cNvSpPr>
          <p:nvPr>
            <p:ph type="subTitle" idx="1"/>
          </p:nvPr>
        </p:nvSpPr>
        <p:spPr>
          <a:xfrm>
            <a:off x="1267375" y="3255875"/>
            <a:ext cx="6609300" cy="522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341" name="Google Shape;341;p11"/>
          <p:cNvGrpSpPr/>
          <p:nvPr/>
        </p:nvGrpSpPr>
        <p:grpSpPr>
          <a:xfrm flipH="1">
            <a:off x="6844388" y="3930543"/>
            <a:ext cx="1938846" cy="1720830"/>
            <a:chOff x="-1873362" y="2120543"/>
            <a:chExt cx="1938846" cy="1720830"/>
          </a:xfrm>
        </p:grpSpPr>
        <p:sp>
          <p:nvSpPr>
            <p:cNvPr id="342" name="Google Shape;342;p11"/>
            <p:cNvSpPr/>
            <p:nvPr/>
          </p:nvSpPr>
          <p:spPr>
            <a:xfrm>
              <a:off x="-1603307" y="2348270"/>
              <a:ext cx="752952" cy="979890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11"/>
            <p:cNvSpPr/>
            <p:nvPr/>
          </p:nvSpPr>
          <p:spPr>
            <a:xfrm>
              <a:off x="-880956" y="2326262"/>
              <a:ext cx="54822" cy="49978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11"/>
            <p:cNvSpPr/>
            <p:nvPr/>
          </p:nvSpPr>
          <p:spPr>
            <a:xfrm>
              <a:off x="-1248116" y="2840637"/>
              <a:ext cx="136036" cy="135772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11"/>
            <p:cNvSpPr/>
            <p:nvPr/>
          </p:nvSpPr>
          <p:spPr>
            <a:xfrm>
              <a:off x="-1524768" y="2679196"/>
              <a:ext cx="649512" cy="786446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11"/>
            <p:cNvSpPr/>
            <p:nvPr/>
          </p:nvSpPr>
          <p:spPr>
            <a:xfrm>
              <a:off x="-906383" y="2657342"/>
              <a:ext cx="53836" cy="49824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11"/>
            <p:cNvSpPr/>
            <p:nvPr/>
          </p:nvSpPr>
          <p:spPr>
            <a:xfrm>
              <a:off x="-1252039" y="2304737"/>
              <a:ext cx="241471" cy="240177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1"/>
            <p:cNvSpPr/>
            <p:nvPr/>
          </p:nvSpPr>
          <p:spPr>
            <a:xfrm>
              <a:off x="-1042397" y="2282795"/>
              <a:ext cx="56773" cy="49934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11"/>
            <p:cNvSpPr/>
            <p:nvPr/>
          </p:nvSpPr>
          <p:spPr>
            <a:xfrm>
              <a:off x="-1275516" y="2516813"/>
              <a:ext cx="54822" cy="49802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1"/>
            <p:cNvSpPr/>
            <p:nvPr/>
          </p:nvSpPr>
          <p:spPr>
            <a:xfrm>
              <a:off x="-1067824" y="3161765"/>
              <a:ext cx="659200" cy="657841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11"/>
            <p:cNvSpPr/>
            <p:nvPr/>
          </p:nvSpPr>
          <p:spPr>
            <a:xfrm>
              <a:off x="-676683" y="3289011"/>
              <a:ext cx="136014" cy="135772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11"/>
            <p:cNvSpPr/>
            <p:nvPr/>
          </p:nvSpPr>
          <p:spPr>
            <a:xfrm>
              <a:off x="-429382" y="3134825"/>
              <a:ext cx="53836" cy="50065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1"/>
            <p:cNvSpPr/>
            <p:nvPr/>
          </p:nvSpPr>
          <p:spPr>
            <a:xfrm>
              <a:off x="-1089349" y="3791702"/>
              <a:ext cx="49912" cy="49671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1"/>
            <p:cNvSpPr/>
            <p:nvPr/>
          </p:nvSpPr>
          <p:spPr>
            <a:xfrm>
              <a:off x="-864538" y="3079499"/>
              <a:ext cx="44739" cy="33647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1"/>
            <p:cNvSpPr/>
            <p:nvPr/>
          </p:nvSpPr>
          <p:spPr>
            <a:xfrm>
              <a:off x="-1492721" y="3169086"/>
              <a:ext cx="584365" cy="571016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11"/>
            <p:cNvSpPr/>
            <p:nvPr/>
          </p:nvSpPr>
          <p:spPr>
            <a:xfrm>
              <a:off x="-1581278" y="3795976"/>
              <a:ext cx="41122" cy="33647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1"/>
            <p:cNvSpPr/>
            <p:nvPr/>
          </p:nvSpPr>
          <p:spPr>
            <a:xfrm>
              <a:off x="-1873362" y="2939014"/>
              <a:ext cx="480201" cy="479478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11"/>
            <p:cNvSpPr/>
            <p:nvPr/>
          </p:nvSpPr>
          <p:spPr>
            <a:xfrm>
              <a:off x="-414717" y="2120543"/>
              <a:ext cx="480201" cy="47989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1"/>
            <p:cNvSpPr/>
            <p:nvPr/>
          </p:nvSpPr>
          <p:spPr>
            <a:xfrm>
              <a:off x="-287757" y="2820734"/>
              <a:ext cx="217972" cy="209731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1"/>
            <p:cNvSpPr/>
            <p:nvPr/>
          </p:nvSpPr>
          <p:spPr>
            <a:xfrm>
              <a:off x="-221208" y="2878778"/>
              <a:ext cx="93204" cy="93467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1" name="Google Shape;361;p11"/>
          <p:cNvGrpSpPr/>
          <p:nvPr/>
        </p:nvGrpSpPr>
        <p:grpSpPr>
          <a:xfrm flipH="1">
            <a:off x="1408072" y="4117288"/>
            <a:ext cx="1929500" cy="2210100"/>
            <a:chOff x="295725" y="-3462825"/>
            <a:chExt cx="1929500" cy="2210100"/>
          </a:xfrm>
        </p:grpSpPr>
        <p:sp>
          <p:nvSpPr>
            <p:cNvPr id="362" name="Google Shape;362;p11"/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11"/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11"/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11"/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11"/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1"/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1"/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1"/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1"/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1"/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1"/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1"/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1"/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1"/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1"/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1"/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1"/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1"/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1"/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1"/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1"/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1"/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11"/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11"/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11"/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7" name="Google Shape;387;p11"/>
          <p:cNvGrpSpPr/>
          <p:nvPr/>
        </p:nvGrpSpPr>
        <p:grpSpPr>
          <a:xfrm flipH="1">
            <a:off x="6292047" y="-450687"/>
            <a:ext cx="1516025" cy="1489525"/>
            <a:chOff x="-3888525" y="-3012325"/>
            <a:chExt cx="1516025" cy="1489525"/>
          </a:xfrm>
        </p:grpSpPr>
        <p:sp>
          <p:nvSpPr>
            <p:cNvPr id="388" name="Google Shape;388;p11"/>
            <p:cNvSpPr/>
            <p:nvPr/>
          </p:nvSpPr>
          <p:spPr>
            <a:xfrm>
              <a:off x="-3076125" y="-3012325"/>
              <a:ext cx="38525" cy="38250"/>
            </a:xfrm>
            <a:custGeom>
              <a:avLst/>
              <a:gdLst/>
              <a:ahLst/>
              <a:cxnLst/>
              <a:rect l="l" t="t" r="r" b="b"/>
              <a:pathLst>
                <a:path w="1541" h="1530" extrusionOk="0">
                  <a:moveTo>
                    <a:pt x="779" y="1"/>
                  </a:moveTo>
                  <a:cubicBezTo>
                    <a:pt x="679" y="1"/>
                    <a:pt x="577" y="19"/>
                    <a:pt x="480" y="56"/>
                  </a:cubicBezTo>
                  <a:cubicBezTo>
                    <a:pt x="436" y="79"/>
                    <a:pt x="391" y="101"/>
                    <a:pt x="346" y="134"/>
                  </a:cubicBezTo>
                  <a:cubicBezTo>
                    <a:pt x="302" y="157"/>
                    <a:pt x="268" y="190"/>
                    <a:pt x="224" y="224"/>
                  </a:cubicBezTo>
                  <a:cubicBezTo>
                    <a:pt x="190" y="257"/>
                    <a:pt x="157" y="302"/>
                    <a:pt x="134" y="346"/>
                  </a:cubicBezTo>
                  <a:cubicBezTo>
                    <a:pt x="101" y="380"/>
                    <a:pt x="79" y="425"/>
                    <a:pt x="56" y="480"/>
                  </a:cubicBezTo>
                  <a:cubicBezTo>
                    <a:pt x="45" y="525"/>
                    <a:pt x="34" y="570"/>
                    <a:pt x="23" y="614"/>
                  </a:cubicBezTo>
                  <a:cubicBezTo>
                    <a:pt x="12" y="659"/>
                    <a:pt x="0" y="715"/>
                    <a:pt x="0" y="771"/>
                  </a:cubicBezTo>
                  <a:cubicBezTo>
                    <a:pt x="0" y="971"/>
                    <a:pt x="90" y="1161"/>
                    <a:pt x="224" y="1306"/>
                  </a:cubicBezTo>
                  <a:cubicBezTo>
                    <a:pt x="268" y="1340"/>
                    <a:pt x="302" y="1373"/>
                    <a:pt x="346" y="1407"/>
                  </a:cubicBezTo>
                  <a:cubicBezTo>
                    <a:pt x="391" y="1429"/>
                    <a:pt x="436" y="1451"/>
                    <a:pt x="480" y="1474"/>
                  </a:cubicBezTo>
                  <a:cubicBezTo>
                    <a:pt x="525" y="1496"/>
                    <a:pt x="570" y="1507"/>
                    <a:pt x="625" y="1518"/>
                  </a:cubicBezTo>
                  <a:cubicBezTo>
                    <a:pt x="670" y="1529"/>
                    <a:pt x="726" y="1529"/>
                    <a:pt x="770" y="1529"/>
                  </a:cubicBezTo>
                  <a:lnTo>
                    <a:pt x="782" y="1529"/>
                  </a:lnTo>
                  <a:cubicBezTo>
                    <a:pt x="1206" y="1529"/>
                    <a:pt x="1540" y="1183"/>
                    <a:pt x="1540" y="771"/>
                  </a:cubicBezTo>
                  <a:cubicBezTo>
                    <a:pt x="1540" y="715"/>
                    <a:pt x="1540" y="659"/>
                    <a:pt x="1529" y="614"/>
                  </a:cubicBezTo>
                  <a:cubicBezTo>
                    <a:pt x="1518" y="570"/>
                    <a:pt x="1507" y="525"/>
                    <a:pt x="1485" y="480"/>
                  </a:cubicBezTo>
                  <a:cubicBezTo>
                    <a:pt x="1462" y="425"/>
                    <a:pt x="1440" y="380"/>
                    <a:pt x="1418" y="346"/>
                  </a:cubicBezTo>
                  <a:cubicBezTo>
                    <a:pt x="1384" y="302"/>
                    <a:pt x="1351" y="257"/>
                    <a:pt x="1317" y="224"/>
                  </a:cubicBezTo>
                  <a:cubicBezTo>
                    <a:pt x="1176" y="75"/>
                    <a:pt x="980" y="1"/>
                    <a:pt x="7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11"/>
            <p:cNvSpPr/>
            <p:nvPr/>
          </p:nvSpPr>
          <p:spPr>
            <a:xfrm>
              <a:off x="-3648325" y="-2918425"/>
              <a:ext cx="523950" cy="509300"/>
            </a:xfrm>
            <a:custGeom>
              <a:avLst/>
              <a:gdLst/>
              <a:ahLst/>
              <a:cxnLst/>
              <a:rect l="l" t="t" r="r" b="b"/>
              <a:pathLst>
                <a:path w="20958" h="20372" extrusionOk="0">
                  <a:moveTo>
                    <a:pt x="19910" y="1"/>
                  </a:moveTo>
                  <a:cubicBezTo>
                    <a:pt x="19813" y="1"/>
                    <a:pt x="19712" y="19"/>
                    <a:pt x="19608" y="61"/>
                  </a:cubicBezTo>
                  <a:cubicBezTo>
                    <a:pt x="18839" y="384"/>
                    <a:pt x="19060" y="1540"/>
                    <a:pt x="19903" y="1545"/>
                  </a:cubicBezTo>
                  <a:lnTo>
                    <a:pt x="19903" y="1545"/>
                  </a:lnTo>
                  <a:cubicBezTo>
                    <a:pt x="20102" y="1544"/>
                    <a:pt x="20301" y="1466"/>
                    <a:pt x="20445" y="1311"/>
                  </a:cubicBezTo>
                  <a:cubicBezTo>
                    <a:pt x="20957" y="798"/>
                    <a:pt x="20539" y="1"/>
                    <a:pt x="19910" y="1"/>
                  </a:cubicBezTo>
                  <a:close/>
                  <a:moveTo>
                    <a:pt x="19903" y="1545"/>
                  </a:moveTo>
                  <a:cubicBezTo>
                    <a:pt x="19901" y="1545"/>
                    <a:pt x="19900" y="1545"/>
                    <a:pt x="19898" y="1545"/>
                  </a:cubicBezTo>
                  <a:lnTo>
                    <a:pt x="19909" y="1545"/>
                  </a:lnTo>
                  <a:cubicBezTo>
                    <a:pt x="19907" y="1545"/>
                    <a:pt x="19905" y="1545"/>
                    <a:pt x="19903" y="1545"/>
                  </a:cubicBezTo>
                  <a:close/>
                  <a:moveTo>
                    <a:pt x="16154" y="3769"/>
                  </a:moveTo>
                  <a:cubicBezTo>
                    <a:pt x="16056" y="3769"/>
                    <a:pt x="15952" y="3789"/>
                    <a:pt x="15847" y="3833"/>
                  </a:cubicBezTo>
                  <a:cubicBezTo>
                    <a:pt x="15067" y="4156"/>
                    <a:pt x="15299" y="5301"/>
                    <a:pt x="16131" y="5306"/>
                  </a:cubicBezTo>
                  <a:lnTo>
                    <a:pt x="16131" y="5306"/>
                  </a:lnTo>
                  <a:cubicBezTo>
                    <a:pt x="16341" y="5305"/>
                    <a:pt x="16540" y="5227"/>
                    <a:pt x="16684" y="5083"/>
                  </a:cubicBezTo>
                  <a:cubicBezTo>
                    <a:pt x="17194" y="4563"/>
                    <a:pt x="16774" y="3769"/>
                    <a:pt x="16154" y="3769"/>
                  </a:cubicBezTo>
                  <a:close/>
                  <a:moveTo>
                    <a:pt x="16131" y="5306"/>
                  </a:moveTo>
                  <a:cubicBezTo>
                    <a:pt x="16129" y="5306"/>
                    <a:pt x="16128" y="5306"/>
                    <a:pt x="16126" y="5306"/>
                  </a:cubicBezTo>
                  <a:lnTo>
                    <a:pt x="16137" y="5306"/>
                  </a:lnTo>
                  <a:cubicBezTo>
                    <a:pt x="16135" y="5306"/>
                    <a:pt x="16133" y="5306"/>
                    <a:pt x="16131" y="5306"/>
                  </a:cubicBezTo>
                  <a:close/>
                  <a:moveTo>
                    <a:pt x="12383" y="7530"/>
                  </a:moveTo>
                  <a:cubicBezTo>
                    <a:pt x="12285" y="7530"/>
                    <a:pt x="12181" y="7550"/>
                    <a:pt x="12075" y="7594"/>
                  </a:cubicBezTo>
                  <a:cubicBezTo>
                    <a:pt x="11307" y="7917"/>
                    <a:pt x="11527" y="9073"/>
                    <a:pt x="12370" y="9078"/>
                  </a:cubicBezTo>
                  <a:lnTo>
                    <a:pt x="12370" y="9078"/>
                  </a:lnTo>
                  <a:cubicBezTo>
                    <a:pt x="12569" y="9077"/>
                    <a:pt x="12768" y="8998"/>
                    <a:pt x="12912" y="8844"/>
                  </a:cubicBezTo>
                  <a:cubicBezTo>
                    <a:pt x="13423" y="8333"/>
                    <a:pt x="13009" y="7530"/>
                    <a:pt x="12383" y="7530"/>
                  </a:cubicBezTo>
                  <a:close/>
                  <a:moveTo>
                    <a:pt x="12370" y="9078"/>
                  </a:moveTo>
                  <a:cubicBezTo>
                    <a:pt x="12369" y="9078"/>
                    <a:pt x="12367" y="9078"/>
                    <a:pt x="12365" y="9078"/>
                  </a:cubicBezTo>
                  <a:lnTo>
                    <a:pt x="12376" y="9078"/>
                  </a:lnTo>
                  <a:cubicBezTo>
                    <a:pt x="12374" y="9078"/>
                    <a:pt x="12372" y="9078"/>
                    <a:pt x="12370" y="9078"/>
                  </a:cubicBezTo>
                  <a:close/>
                  <a:moveTo>
                    <a:pt x="8596" y="11293"/>
                  </a:moveTo>
                  <a:cubicBezTo>
                    <a:pt x="8415" y="11293"/>
                    <a:pt x="8227" y="11364"/>
                    <a:pt x="8058" y="11533"/>
                  </a:cubicBezTo>
                  <a:cubicBezTo>
                    <a:pt x="7578" y="12013"/>
                    <a:pt x="7924" y="12839"/>
                    <a:pt x="8604" y="12839"/>
                  </a:cubicBezTo>
                  <a:cubicBezTo>
                    <a:pt x="8805" y="12839"/>
                    <a:pt x="9006" y="12761"/>
                    <a:pt x="9151" y="12615"/>
                  </a:cubicBezTo>
                  <a:cubicBezTo>
                    <a:pt x="9699" y="12059"/>
                    <a:pt x="9190" y="11293"/>
                    <a:pt x="8596" y="11293"/>
                  </a:cubicBezTo>
                  <a:close/>
                  <a:moveTo>
                    <a:pt x="4844" y="15041"/>
                  </a:moveTo>
                  <a:cubicBezTo>
                    <a:pt x="4659" y="15041"/>
                    <a:pt x="4467" y="15116"/>
                    <a:pt x="4297" y="15294"/>
                  </a:cubicBezTo>
                  <a:cubicBezTo>
                    <a:pt x="3817" y="15785"/>
                    <a:pt x="4152" y="16611"/>
                    <a:pt x="4844" y="16611"/>
                  </a:cubicBezTo>
                  <a:cubicBezTo>
                    <a:pt x="5044" y="16611"/>
                    <a:pt x="5234" y="16521"/>
                    <a:pt x="5379" y="16376"/>
                  </a:cubicBezTo>
                  <a:cubicBezTo>
                    <a:pt x="5968" y="15830"/>
                    <a:pt x="5447" y="15041"/>
                    <a:pt x="4844" y="15041"/>
                  </a:cubicBezTo>
                  <a:close/>
                  <a:moveTo>
                    <a:pt x="1086" y="18834"/>
                  </a:moveTo>
                  <a:cubicBezTo>
                    <a:pt x="989" y="18834"/>
                    <a:pt x="886" y="18854"/>
                    <a:pt x="782" y="18898"/>
                  </a:cubicBezTo>
                  <a:cubicBezTo>
                    <a:pt x="0" y="19222"/>
                    <a:pt x="235" y="20371"/>
                    <a:pt x="1072" y="20371"/>
                  </a:cubicBezTo>
                  <a:cubicBezTo>
                    <a:pt x="1273" y="20371"/>
                    <a:pt x="1473" y="20293"/>
                    <a:pt x="1618" y="20148"/>
                  </a:cubicBezTo>
                  <a:cubicBezTo>
                    <a:pt x="2130" y="19637"/>
                    <a:pt x="1707" y="18834"/>
                    <a:pt x="1086" y="188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11"/>
            <p:cNvSpPr/>
            <p:nvPr/>
          </p:nvSpPr>
          <p:spPr>
            <a:xfrm>
              <a:off x="-3742350" y="-2353475"/>
              <a:ext cx="53025" cy="38650"/>
            </a:xfrm>
            <a:custGeom>
              <a:avLst/>
              <a:gdLst/>
              <a:ahLst/>
              <a:cxnLst/>
              <a:rect l="l" t="t" r="r" b="b"/>
              <a:pathLst>
                <a:path w="2121" h="1546" extrusionOk="0">
                  <a:moveTo>
                    <a:pt x="1073" y="1"/>
                  </a:moveTo>
                  <a:cubicBezTo>
                    <a:pt x="976" y="1"/>
                    <a:pt x="875" y="19"/>
                    <a:pt x="771" y="61"/>
                  </a:cubicBezTo>
                  <a:cubicBezTo>
                    <a:pt x="1" y="385"/>
                    <a:pt x="224" y="1545"/>
                    <a:pt x="1072" y="1545"/>
                  </a:cubicBezTo>
                  <a:cubicBezTo>
                    <a:pt x="1273" y="1545"/>
                    <a:pt x="1462" y="1456"/>
                    <a:pt x="1608" y="1322"/>
                  </a:cubicBezTo>
                  <a:cubicBezTo>
                    <a:pt x="2120" y="800"/>
                    <a:pt x="1702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1"/>
            <p:cNvSpPr/>
            <p:nvPr/>
          </p:nvSpPr>
          <p:spPr>
            <a:xfrm>
              <a:off x="-3719475" y="-2483300"/>
              <a:ext cx="547675" cy="547050"/>
            </a:xfrm>
            <a:custGeom>
              <a:avLst/>
              <a:gdLst/>
              <a:ahLst/>
              <a:cxnLst/>
              <a:rect l="l" t="t" r="r" b="b"/>
              <a:pathLst>
                <a:path w="21907" h="21882" extrusionOk="0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1"/>
            <p:cNvSpPr/>
            <p:nvPr/>
          </p:nvSpPr>
          <p:spPr>
            <a:xfrm>
              <a:off x="-3888525" y="-2128825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1"/>
            <p:cNvSpPr/>
            <p:nvPr/>
          </p:nvSpPr>
          <p:spPr>
            <a:xfrm>
              <a:off x="-3626300" y="-1680825"/>
              <a:ext cx="184175" cy="158025"/>
            </a:xfrm>
            <a:custGeom>
              <a:avLst/>
              <a:gdLst/>
              <a:ahLst/>
              <a:cxnLst/>
              <a:rect l="l" t="t" r="r" b="b"/>
              <a:pathLst>
                <a:path w="7367" h="6321" extrusionOk="0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1"/>
            <p:cNvSpPr/>
            <p:nvPr/>
          </p:nvSpPr>
          <p:spPr>
            <a:xfrm>
              <a:off x="-3559050" y="-1636200"/>
              <a:ext cx="76175" cy="68900"/>
            </a:xfrm>
            <a:custGeom>
              <a:avLst/>
              <a:gdLst/>
              <a:ahLst/>
              <a:cxnLst/>
              <a:rect l="l" t="t" r="r" b="b"/>
              <a:pathLst>
                <a:path w="3047" h="2756" extrusionOk="0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1"/>
            <p:cNvSpPr/>
            <p:nvPr/>
          </p:nvSpPr>
          <p:spPr>
            <a:xfrm>
              <a:off x="-3151175" y="-2605875"/>
              <a:ext cx="752125" cy="750250"/>
            </a:xfrm>
            <a:custGeom>
              <a:avLst/>
              <a:gdLst/>
              <a:ahLst/>
              <a:cxnLst/>
              <a:rect l="l" t="t" r="r" b="b"/>
              <a:pathLst>
                <a:path w="30085" h="30010" extrusionOk="0">
                  <a:moveTo>
                    <a:pt x="29888" y="0"/>
                  </a:moveTo>
                  <a:cubicBezTo>
                    <a:pt x="29858" y="0"/>
                    <a:pt x="29826" y="11"/>
                    <a:pt x="29796" y="35"/>
                  </a:cubicBezTo>
                  <a:lnTo>
                    <a:pt x="56" y="29764"/>
                  </a:lnTo>
                  <a:cubicBezTo>
                    <a:pt x="1" y="29820"/>
                    <a:pt x="1" y="29909"/>
                    <a:pt x="56" y="29965"/>
                  </a:cubicBezTo>
                  <a:cubicBezTo>
                    <a:pt x="79" y="29987"/>
                    <a:pt x="123" y="30010"/>
                    <a:pt x="157" y="30010"/>
                  </a:cubicBezTo>
                  <a:cubicBezTo>
                    <a:pt x="190" y="30010"/>
                    <a:pt x="235" y="29987"/>
                    <a:pt x="257" y="29965"/>
                  </a:cubicBezTo>
                  <a:lnTo>
                    <a:pt x="29997" y="236"/>
                  </a:lnTo>
                  <a:cubicBezTo>
                    <a:pt x="30084" y="132"/>
                    <a:pt x="29995" y="0"/>
                    <a:pt x="298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1"/>
            <p:cNvSpPr/>
            <p:nvPr/>
          </p:nvSpPr>
          <p:spPr>
            <a:xfrm>
              <a:off x="-2704800" y="-2461050"/>
              <a:ext cx="155150" cy="155150"/>
            </a:xfrm>
            <a:custGeom>
              <a:avLst/>
              <a:gdLst/>
              <a:ahLst/>
              <a:cxnLst/>
              <a:rect l="l" t="t" r="r" b="b"/>
              <a:pathLst>
                <a:path w="6206" h="6206" extrusionOk="0">
                  <a:moveTo>
                    <a:pt x="6150" y="1"/>
                  </a:moveTo>
                  <a:lnTo>
                    <a:pt x="1" y="6150"/>
                  </a:lnTo>
                  <a:lnTo>
                    <a:pt x="1396" y="6205"/>
                  </a:lnTo>
                  <a:lnTo>
                    <a:pt x="6205" y="1396"/>
                  </a:lnTo>
                  <a:lnTo>
                    <a:pt x="61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1"/>
            <p:cNvSpPr/>
            <p:nvPr/>
          </p:nvSpPr>
          <p:spPr>
            <a:xfrm>
              <a:off x="-2435025" y="-2631025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1" y="1"/>
                  </a:moveTo>
                  <a:cubicBezTo>
                    <a:pt x="961" y="1"/>
                    <a:pt x="671" y="110"/>
                    <a:pt x="447" y="327"/>
                  </a:cubicBezTo>
                  <a:cubicBezTo>
                    <a:pt x="1" y="774"/>
                    <a:pt x="1" y="1499"/>
                    <a:pt x="447" y="1945"/>
                  </a:cubicBezTo>
                  <a:cubicBezTo>
                    <a:pt x="671" y="2163"/>
                    <a:pt x="961" y="2272"/>
                    <a:pt x="1251" y="2272"/>
                  </a:cubicBezTo>
                  <a:cubicBezTo>
                    <a:pt x="1541" y="2272"/>
                    <a:pt x="1831" y="2163"/>
                    <a:pt x="2054" y="1945"/>
                  </a:cubicBezTo>
                  <a:cubicBezTo>
                    <a:pt x="2501" y="1499"/>
                    <a:pt x="2501" y="774"/>
                    <a:pt x="2054" y="327"/>
                  </a:cubicBezTo>
                  <a:cubicBezTo>
                    <a:pt x="1831" y="110"/>
                    <a:pt x="1541" y="1"/>
                    <a:pt x="12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1"/>
            <p:cNvSpPr/>
            <p:nvPr/>
          </p:nvSpPr>
          <p:spPr>
            <a:xfrm>
              <a:off x="-3175450" y="-1887725"/>
              <a:ext cx="56675" cy="56925"/>
            </a:xfrm>
            <a:custGeom>
              <a:avLst/>
              <a:gdLst/>
              <a:ahLst/>
              <a:cxnLst/>
              <a:rect l="l" t="t" r="r" b="b"/>
              <a:pathLst>
                <a:path w="2267" h="2277" extrusionOk="0">
                  <a:moveTo>
                    <a:pt x="1139" y="0"/>
                  </a:moveTo>
                  <a:cubicBezTo>
                    <a:pt x="503" y="0"/>
                    <a:pt x="1" y="514"/>
                    <a:pt x="1" y="1139"/>
                  </a:cubicBezTo>
                  <a:cubicBezTo>
                    <a:pt x="1" y="1764"/>
                    <a:pt x="503" y="2277"/>
                    <a:pt x="1139" y="2277"/>
                  </a:cubicBezTo>
                  <a:cubicBezTo>
                    <a:pt x="1764" y="2277"/>
                    <a:pt x="2266" y="1764"/>
                    <a:pt x="2266" y="1139"/>
                  </a:cubicBezTo>
                  <a:cubicBezTo>
                    <a:pt x="2266" y="514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9" name="Google Shape;399;p11"/>
          <p:cNvGrpSpPr/>
          <p:nvPr/>
        </p:nvGrpSpPr>
        <p:grpSpPr>
          <a:xfrm flipH="1">
            <a:off x="-128787" y="-450682"/>
            <a:ext cx="1938846" cy="1720830"/>
            <a:chOff x="-1873362" y="2120543"/>
            <a:chExt cx="1938846" cy="1720830"/>
          </a:xfrm>
        </p:grpSpPr>
        <p:sp>
          <p:nvSpPr>
            <p:cNvPr id="400" name="Google Shape;400;p11"/>
            <p:cNvSpPr/>
            <p:nvPr/>
          </p:nvSpPr>
          <p:spPr>
            <a:xfrm>
              <a:off x="-1603307" y="2348270"/>
              <a:ext cx="752952" cy="979890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1"/>
            <p:cNvSpPr/>
            <p:nvPr/>
          </p:nvSpPr>
          <p:spPr>
            <a:xfrm>
              <a:off x="-880956" y="2326262"/>
              <a:ext cx="54822" cy="49978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1"/>
            <p:cNvSpPr/>
            <p:nvPr/>
          </p:nvSpPr>
          <p:spPr>
            <a:xfrm>
              <a:off x="-1248116" y="2840637"/>
              <a:ext cx="136036" cy="135772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1"/>
            <p:cNvSpPr/>
            <p:nvPr/>
          </p:nvSpPr>
          <p:spPr>
            <a:xfrm>
              <a:off x="-1524768" y="2679196"/>
              <a:ext cx="649512" cy="786446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1"/>
            <p:cNvSpPr/>
            <p:nvPr/>
          </p:nvSpPr>
          <p:spPr>
            <a:xfrm>
              <a:off x="-906383" y="2657342"/>
              <a:ext cx="53836" cy="49824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1"/>
            <p:cNvSpPr/>
            <p:nvPr/>
          </p:nvSpPr>
          <p:spPr>
            <a:xfrm>
              <a:off x="-1252039" y="2304737"/>
              <a:ext cx="241471" cy="240177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1"/>
            <p:cNvSpPr/>
            <p:nvPr/>
          </p:nvSpPr>
          <p:spPr>
            <a:xfrm>
              <a:off x="-1042397" y="2282795"/>
              <a:ext cx="56773" cy="49934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1"/>
            <p:cNvSpPr/>
            <p:nvPr/>
          </p:nvSpPr>
          <p:spPr>
            <a:xfrm>
              <a:off x="-1275516" y="2516813"/>
              <a:ext cx="54822" cy="49802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1"/>
            <p:cNvSpPr/>
            <p:nvPr/>
          </p:nvSpPr>
          <p:spPr>
            <a:xfrm>
              <a:off x="-1067824" y="3161765"/>
              <a:ext cx="659200" cy="657841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1"/>
            <p:cNvSpPr/>
            <p:nvPr/>
          </p:nvSpPr>
          <p:spPr>
            <a:xfrm>
              <a:off x="-676683" y="3289011"/>
              <a:ext cx="136014" cy="135772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1"/>
            <p:cNvSpPr/>
            <p:nvPr/>
          </p:nvSpPr>
          <p:spPr>
            <a:xfrm>
              <a:off x="-429382" y="3134825"/>
              <a:ext cx="53836" cy="50065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11"/>
            <p:cNvSpPr/>
            <p:nvPr/>
          </p:nvSpPr>
          <p:spPr>
            <a:xfrm>
              <a:off x="-1089349" y="3791702"/>
              <a:ext cx="49912" cy="49671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11"/>
            <p:cNvSpPr/>
            <p:nvPr/>
          </p:nvSpPr>
          <p:spPr>
            <a:xfrm>
              <a:off x="-864538" y="3079499"/>
              <a:ext cx="44739" cy="33647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11"/>
            <p:cNvSpPr/>
            <p:nvPr/>
          </p:nvSpPr>
          <p:spPr>
            <a:xfrm>
              <a:off x="-1492721" y="3169086"/>
              <a:ext cx="584365" cy="571016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11"/>
            <p:cNvSpPr/>
            <p:nvPr/>
          </p:nvSpPr>
          <p:spPr>
            <a:xfrm>
              <a:off x="-1581278" y="3795976"/>
              <a:ext cx="41122" cy="33647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11"/>
            <p:cNvSpPr/>
            <p:nvPr/>
          </p:nvSpPr>
          <p:spPr>
            <a:xfrm>
              <a:off x="-1873362" y="2939014"/>
              <a:ext cx="480201" cy="479478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1"/>
            <p:cNvSpPr/>
            <p:nvPr/>
          </p:nvSpPr>
          <p:spPr>
            <a:xfrm>
              <a:off x="-414717" y="2120543"/>
              <a:ext cx="480201" cy="47989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11"/>
            <p:cNvSpPr/>
            <p:nvPr/>
          </p:nvSpPr>
          <p:spPr>
            <a:xfrm>
              <a:off x="-287757" y="2820734"/>
              <a:ext cx="217972" cy="209731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11"/>
            <p:cNvSpPr/>
            <p:nvPr/>
          </p:nvSpPr>
          <p:spPr>
            <a:xfrm>
              <a:off x="-221208" y="2878778"/>
              <a:ext cx="93204" cy="93467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2"/>
        </a:solidFill>
        <a:effectLst/>
      </p:bgPr>
    </p:bg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3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2" name="Google Shape;422;p13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1033550" y="1377577"/>
            <a:ext cx="9405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4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423" name="Google Shape;423;p13"/>
          <p:cNvSpPr txBox="1">
            <a:spLocks noGrp="1"/>
          </p:cNvSpPr>
          <p:nvPr>
            <p:ph type="subTitle" idx="1"/>
          </p:nvPr>
        </p:nvSpPr>
        <p:spPr>
          <a:xfrm>
            <a:off x="1033550" y="2480675"/>
            <a:ext cx="2636100" cy="381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24" name="Google Shape;424;p13"/>
          <p:cNvSpPr txBox="1">
            <a:spLocks noGrp="1"/>
          </p:cNvSpPr>
          <p:nvPr>
            <p:ph type="subTitle" idx="3"/>
          </p:nvPr>
        </p:nvSpPr>
        <p:spPr>
          <a:xfrm>
            <a:off x="1033550" y="1945416"/>
            <a:ext cx="31929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25" name="Google Shape;425;p13"/>
          <p:cNvSpPr txBox="1">
            <a:spLocks noGrp="1"/>
          </p:cNvSpPr>
          <p:nvPr>
            <p:ph type="title" idx="4" hasCustomPrompt="1"/>
          </p:nvPr>
        </p:nvSpPr>
        <p:spPr>
          <a:xfrm flipH="1">
            <a:off x="1033525" y="3039450"/>
            <a:ext cx="9405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4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426" name="Google Shape;426;p13"/>
          <p:cNvSpPr txBox="1">
            <a:spLocks noGrp="1"/>
          </p:cNvSpPr>
          <p:nvPr>
            <p:ph type="subTitle" idx="5"/>
          </p:nvPr>
        </p:nvSpPr>
        <p:spPr>
          <a:xfrm>
            <a:off x="1033550" y="4167677"/>
            <a:ext cx="2636100" cy="381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27" name="Google Shape;427;p13"/>
          <p:cNvSpPr txBox="1">
            <a:spLocks noGrp="1"/>
          </p:cNvSpPr>
          <p:nvPr>
            <p:ph type="subTitle" idx="6"/>
          </p:nvPr>
        </p:nvSpPr>
        <p:spPr>
          <a:xfrm>
            <a:off x="1033550" y="3613450"/>
            <a:ext cx="31929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28" name="Google Shape;428;p13"/>
          <p:cNvSpPr txBox="1">
            <a:spLocks noGrp="1"/>
          </p:cNvSpPr>
          <p:nvPr>
            <p:ph type="title" idx="7" hasCustomPrompt="1"/>
          </p:nvPr>
        </p:nvSpPr>
        <p:spPr>
          <a:xfrm flipH="1">
            <a:off x="7169950" y="1377578"/>
            <a:ext cx="9405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4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429" name="Google Shape;429;p13"/>
          <p:cNvSpPr txBox="1">
            <a:spLocks noGrp="1"/>
          </p:cNvSpPr>
          <p:nvPr>
            <p:ph type="subTitle" idx="8"/>
          </p:nvPr>
        </p:nvSpPr>
        <p:spPr>
          <a:xfrm>
            <a:off x="5474325" y="2480675"/>
            <a:ext cx="2636100" cy="381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30" name="Google Shape;430;p13"/>
          <p:cNvSpPr txBox="1">
            <a:spLocks noGrp="1"/>
          </p:cNvSpPr>
          <p:nvPr>
            <p:ph type="subTitle" idx="9"/>
          </p:nvPr>
        </p:nvSpPr>
        <p:spPr>
          <a:xfrm>
            <a:off x="4917550" y="1945416"/>
            <a:ext cx="31929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31" name="Google Shape;431;p13"/>
          <p:cNvSpPr txBox="1">
            <a:spLocks noGrp="1"/>
          </p:cNvSpPr>
          <p:nvPr>
            <p:ph type="title" idx="13" hasCustomPrompt="1"/>
          </p:nvPr>
        </p:nvSpPr>
        <p:spPr>
          <a:xfrm flipH="1">
            <a:off x="7169950" y="3039450"/>
            <a:ext cx="9405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4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432" name="Google Shape;432;p13"/>
          <p:cNvSpPr txBox="1">
            <a:spLocks noGrp="1"/>
          </p:cNvSpPr>
          <p:nvPr>
            <p:ph type="subTitle" idx="14"/>
          </p:nvPr>
        </p:nvSpPr>
        <p:spPr>
          <a:xfrm>
            <a:off x="5474325" y="4167677"/>
            <a:ext cx="2636100" cy="381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33" name="Google Shape;433;p13"/>
          <p:cNvSpPr txBox="1">
            <a:spLocks noGrp="1"/>
          </p:cNvSpPr>
          <p:nvPr>
            <p:ph type="subTitle" idx="15"/>
          </p:nvPr>
        </p:nvSpPr>
        <p:spPr>
          <a:xfrm>
            <a:off x="4917550" y="3613450"/>
            <a:ext cx="31929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434" name="Google Shape;434;p13"/>
          <p:cNvGrpSpPr/>
          <p:nvPr/>
        </p:nvGrpSpPr>
        <p:grpSpPr>
          <a:xfrm>
            <a:off x="-969899" y="3989306"/>
            <a:ext cx="1803578" cy="1558580"/>
            <a:chOff x="-969899" y="3989306"/>
            <a:chExt cx="1803578" cy="1558580"/>
          </a:xfrm>
        </p:grpSpPr>
        <p:grpSp>
          <p:nvGrpSpPr>
            <p:cNvPr id="435" name="Google Shape;435;p13"/>
            <p:cNvGrpSpPr/>
            <p:nvPr/>
          </p:nvGrpSpPr>
          <p:grpSpPr>
            <a:xfrm>
              <a:off x="-699845" y="4032775"/>
              <a:ext cx="777174" cy="1001897"/>
              <a:chOff x="-699845" y="4032775"/>
              <a:chExt cx="777174" cy="1001897"/>
            </a:xfrm>
          </p:grpSpPr>
          <p:sp>
            <p:nvSpPr>
              <p:cNvPr id="436" name="Google Shape;436;p13"/>
              <p:cNvSpPr/>
              <p:nvPr/>
            </p:nvSpPr>
            <p:spPr>
              <a:xfrm>
                <a:off x="-699845" y="4054782"/>
                <a:ext cx="752952" cy="979890"/>
              </a:xfrm>
              <a:custGeom>
                <a:avLst/>
                <a:gdLst/>
                <a:ahLst/>
                <a:cxnLst/>
                <a:rect l="l" t="t" r="r" b="b"/>
                <a:pathLst>
                  <a:path w="34350" h="44703" extrusionOk="0">
                    <a:moveTo>
                      <a:pt x="34205" y="1"/>
                    </a:moveTo>
                    <a:cubicBezTo>
                      <a:pt x="34169" y="1"/>
                      <a:pt x="34132" y="15"/>
                      <a:pt x="34104" y="43"/>
                    </a:cubicBezTo>
                    <a:lnTo>
                      <a:pt x="23425" y="10722"/>
                    </a:lnTo>
                    <a:cubicBezTo>
                      <a:pt x="23402" y="10745"/>
                      <a:pt x="23391" y="10778"/>
                      <a:pt x="23391" y="10823"/>
                    </a:cubicBezTo>
                    <a:lnTo>
                      <a:pt x="23391" y="21168"/>
                    </a:lnTo>
                    <a:lnTo>
                      <a:pt x="90" y="44468"/>
                    </a:lnTo>
                    <a:cubicBezTo>
                      <a:pt x="1" y="44558"/>
                      <a:pt x="68" y="44703"/>
                      <a:pt x="191" y="44703"/>
                    </a:cubicBezTo>
                    <a:cubicBezTo>
                      <a:pt x="224" y="44703"/>
                      <a:pt x="258" y="44692"/>
                      <a:pt x="291" y="44669"/>
                    </a:cubicBezTo>
                    <a:lnTo>
                      <a:pt x="23626" y="21324"/>
                    </a:lnTo>
                    <a:cubicBezTo>
                      <a:pt x="23648" y="21301"/>
                      <a:pt x="23670" y="21257"/>
                      <a:pt x="23670" y="21223"/>
                    </a:cubicBezTo>
                    <a:lnTo>
                      <a:pt x="23670" y="10879"/>
                    </a:lnTo>
                    <a:lnTo>
                      <a:pt x="34305" y="244"/>
                    </a:lnTo>
                    <a:cubicBezTo>
                      <a:pt x="34350" y="188"/>
                      <a:pt x="34350" y="98"/>
                      <a:pt x="34305" y="43"/>
                    </a:cubicBezTo>
                    <a:cubicBezTo>
                      <a:pt x="34277" y="15"/>
                      <a:pt x="34241" y="1"/>
                      <a:pt x="342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13"/>
              <p:cNvSpPr/>
              <p:nvPr/>
            </p:nvSpPr>
            <p:spPr>
              <a:xfrm>
                <a:off x="22507" y="4032775"/>
                <a:ext cx="54822" cy="49978"/>
              </a:xfrm>
              <a:custGeom>
                <a:avLst/>
                <a:gdLst/>
                <a:ahLst/>
                <a:cxnLst/>
                <a:rect l="l" t="t" r="r" b="b"/>
                <a:pathLst>
                  <a:path w="2501" h="2280" extrusionOk="0">
                    <a:moveTo>
                      <a:pt x="1248" y="0"/>
                    </a:moveTo>
                    <a:cubicBezTo>
                      <a:pt x="738" y="0"/>
                      <a:pt x="270" y="354"/>
                      <a:pt x="146" y="879"/>
                    </a:cubicBezTo>
                    <a:cubicBezTo>
                      <a:pt x="1" y="1493"/>
                      <a:pt x="380" y="2107"/>
                      <a:pt x="994" y="2252"/>
                    </a:cubicBezTo>
                    <a:cubicBezTo>
                      <a:pt x="1077" y="2270"/>
                      <a:pt x="1161" y="2279"/>
                      <a:pt x="1243" y="2279"/>
                    </a:cubicBezTo>
                    <a:cubicBezTo>
                      <a:pt x="1757" y="2279"/>
                      <a:pt x="2231" y="1933"/>
                      <a:pt x="2356" y="1404"/>
                    </a:cubicBezTo>
                    <a:cubicBezTo>
                      <a:pt x="2501" y="790"/>
                      <a:pt x="2121" y="176"/>
                      <a:pt x="1507" y="31"/>
                    </a:cubicBezTo>
                    <a:cubicBezTo>
                      <a:pt x="1421" y="10"/>
                      <a:pt x="1334" y="0"/>
                      <a:pt x="124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13"/>
              <p:cNvSpPr/>
              <p:nvPr/>
            </p:nvSpPr>
            <p:spPr>
              <a:xfrm>
                <a:off x="-344653" y="4547149"/>
                <a:ext cx="136036" cy="135772"/>
              </a:xfrm>
              <a:custGeom>
                <a:avLst/>
                <a:gdLst/>
                <a:ahLst/>
                <a:cxnLst/>
                <a:rect l="l" t="t" r="r" b="b"/>
                <a:pathLst>
                  <a:path w="6206" h="6194" extrusionOk="0">
                    <a:moveTo>
                      <a:pt x="6149" y="0"/>
                    </a:moveTo>
                    <a:lnTo>
                      <a:pt x="1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4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39" name="Google Shape;439;p13"/>
            <p:cNvSpPr/>
            <p:nvPr/>
          </p:nvSpPr>
          <p:spPr>
            <a:xfrm>
              <a:off x="-621306" y="4385709"/>
              <a:ext cx="649512" cy="786446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13"/>
            <p:cNvSpPr/>
            <p:nvPr/>
          </p:nvSpPr>
          <p:spPr>
            <a:xfrm>
              <a:off x="-2920" y="4363854"/>
              <a:ext cx="53836" cy="49824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13"/>
            <p:cNvSpPr/>
            <p:nvPr/>
          </p:nvSpPr>
          <p:spPr>
            <a:xfrm>
              <a:off x="-348577" y="4011249"/>
              <a:ext cx="241471" cy="240177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13"/>
            <p:cNvSpPr/>
            <p:nvPr/>
          </p:nvSpPr>
          <p:spPr>
            <a:xfrm>
              <a:off x="-138934" y="3989307"/>
              <a:ext cx="56773" cy="49934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3"/>
            <p:cNvSpPr/>
            <p:nvPr/>
          </p:nvSpPr>
          <p:spPr>
            <a:xfrm>
              <a:off x="-372053" y="4223325"/>
              <a:ext cx="54822" cy="49802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13"/>
            <p:cNvSpPr/>
            <p:nvPr/>
          </p:nvSpPr>
          <p:spPr>
            <a:xfrm>
              <a:off x="-164361" y="4868277"/>
              <a:ext cx="659200" cy="657841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13"/>
            <p:cNvSpPr/>
            <p:nvPr/>
          </p:nvSpPr>
          <p:spPr>
            <a:xfrm>
              <a:off x="226779" y="4995523"/>
              <a:ext cx="136014" cy="135772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13"/>
            <p:cNvSpPr/>
            <p:nvPr/>
          </p:nvSpPr>
          <p:spPr>
            <a:xfrm>
              <a:off x="474081" y="4841338"/>
              <a:ext cx="53836" cy="50065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13"/>
            <p:cNvSpPr/>
            <p:nvPr/>
          </p:nvSpPr>
          <p:spPr>
            <a:xfrm>
              <a:off x="-185887" y="5498214"/>
              <a:ext cx="49912" cy="49671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13"/>
            <p:cNvSpPr/>
            <p:nvPr/>
          </p:nvSpPr>
          <p:spPr>
            <a:xfrm>
              <a:off x="38925" y="4786012"/>
              <a:ext cx="44739" cy="33647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13"/>
            <p:cNvSpPr/>
            <p:nvPr/>
          </p:nvSpPr>
          <p:spPr>
            <a:xfrm>
              <a:off x="-589259" y="4875599"/>
              <a:ext cx="584365" cy="571016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13"/>
            <p:cNvSpPr/>
            <p:nvPr/>
          </p:nvSpPr>
          <p:spPr>
            <a:xfrm>
              <a:off x="-677815" y="5502489"/>
              <a:ext cx="41122" cy="33647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13"/>
            <p:cNvSpPr/>
            <p:nvPr/>
          </p:nvSpPr>
          <p:spPr>
            <a:xfrm>
              <a:off x="-969899" y="4645526"/>
              <a:ext cx="480201" cy="479478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3"/>
            <p:cNvSpPr/>
            <p:nvPr/>
          </p:nvSpPr>
          <p:spPr>
            <a:xfrm>
              <a:off x="289933" y="3989306"/>
              <a:ext cx="480201" cy="47989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13"/>
            <p:cNvSpPr/>
            <p:nvPr/>
          </p:nvSpPr>
          <p:spPr>
            <a:xfrm>
              <a:off x="615706" y="4527246"/>
              <a:ext cx="217972" cy="209731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13"/>
            <p:cNvSpPr/>
            <p:nvPr/>
          </p:nvSpPr>
          <p:spPr>
            <a:xfrm>
              <a:off x="682255" y="4585290"/>
              <a:ext cx="93204" cy="93467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5" name="Google Shape;455;p13"/>
          <p:cNvGrpSpPr/>
          <p:nvPr/>
        </p:nvGrpSpPr>
        <p:grpSpPr>
          <a:xfrm flipH="1">
            <a:off x="-74415" y="391900"/>
            <a:ext cx="1040638" cy="901375"/>
            <a:chOff x="948060" y="3972813"/>
            <a:chExt cx="1040638" cy="901375"/>
          </a:xfrm>
        </p:grpSpPr>
        <p:grpSp>
          <p:nvGrpSpPr>
            <p:cNvPr id="456" name="Google Shape;456;p13"/>
            <p:cNvGrpSpPr/>
            <p:nvPr/>
          </p:nvGrpSpPr>
          <p:grpSpPr>
            <a:xfrm flipH="1">
              <a:off x="948060" y="3972813"/>
              <a:ext cx="716725" cy="901375"/>
              <a:chOff x="-3888525" y="-2483300"/>
              <a:chExt cx="716725" cy="901375"/>
            </a:xfrm>
          </p:grpSpPr>
          <p:sp>
            <p:nvSpPr>
              <p:cNvPr id="457" name="Google Shape;457;p13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13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9" name="Google Shape;459;p13"/>
            <p:cNvGrpSpPr/>
            <p:nvPr/>
          </p:nvGrpSpPr>
          <p:grpSpPr>
            <a:xfrm flipH="1">
              <a:off x="1664772" y="4493938"/>
              <a:ext cx="323925" cy="323650"/>
              <a:chOff x="1608625" y="299800"/>
              <a:chExt cx="323925" cy="323650"/>
            </a:xfrm>
          </p:grpSpPr>
          <p:sp>
            <p:nvSpPr>
              <p:cNvPr id="460" name="Google Shape;460;p13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13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13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63" name="Google Shape;463;p13"/>
          <p:cNvGrpSpPr/>
          <p:nvPr/>
        </p:nvGrpSpPr>
        <p:grpSpPr>
          <a:xfrm>
            <a:off x="8530769" y="1433443"/>
            <a:ext cx="1019565" cy="1290805"/>
            <a:chOff x="-4017975" y="-49702"/>
            <a:chExt cx="1162825" cy="1472177"/>
          </a:xfrm>
        </p:grpSpPr>
        <p:sp>
          <p:nvSpPr>
            <p:cNvPr id="464" name="Google Shape;464;p13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13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13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13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13"/>
            <p:cNvSpPr/>
            <p:nvPr/>
          </p:nvSpPr>
          <p:spPr>
            <a:xfrm>
              <a:off x="-3633259" y="-49702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13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13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"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4"/>
          <p:cNvSpPr txBox="1">
            <a:spLocks noGrp="1"/>
          </p:cNvSpPr>
          <p:nvPr>
            <p:ph type="title"/>
          </p:nvPr>
        </p:nvSpPr>
        <p:spPr>
          <a:xfrm>
            <a:off x="1940550" y="3438075"/>
            <a:ext cx="5262900" cy="363000"/>
          </a:xfrm>
          <a:prstGeom prst="rect">
            <a:avLst/>
          </a:prstGeom>
          <a:noFill/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73" name="Google Shape;473;p14"/>
          <p:cNvSpPr txBox="1">
            <a:spLocks noGrp="1"/>
          </p:cNvSpPr>
          <p:nvPr>
            <p:ph type="subTitle" idx="1"/>
          </p:nvPr>
        </p:nvSpPr>
        <p:spPr>
          <a:xfrm>
            <a:off x="1940550" y="1342425"/>
            <a:ext cx="5262900" cy="1592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474" name="Google Shape;474;p14"/>
          <p:cNvGrpSpPr/>
          <p:nvPr/>
        </p:nvGrpSpPr>
        <p:grpSpPr>
          <a:xfrm>
            <a:off x="8103363" y="1111063"/>
            <a:ext cx="1040638" cy="901375"/>
            <a:chOff x="8457538" y="810363"/>
            <a:chExt cx="1040638" cy="901375"/>
          </a:xfrm>
        </p:grpSpPr>
        <p:grpSp>
          <p:nvGrpSpPr>
            <p:cNvPr id="475" name="Google Shape;475;p14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476" name="Google Shape;476;p14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14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8" name="Google Shape;478;p14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479" name="Google Shape;479;p14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14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481;p14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82" name="Google Shape;482;p14"/>
          <p:cNvGrpSpPr/>
          <p:nvPr/>
        </p:nvGrpSpPr>
        <p:grpSpPr>
          <a:xfrm>
            <a:off x="214269" y="2098393"/>
            <a:ext cx="1019565" cy="1290805"/>
            <a:chOff x="-4017975" y="-49702"/>
            <a:chExt cx="1162825" cy="1472177"/>
          </a:xfrm>
        </p:grpSpPr>
        <p:sp>
          <p:nvSpPr>
            <p:cNvPr id="483" name="Google Shape;483;p14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14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14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14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14"/>
            <p:cNvSpPr/>
            <p:nvPr/>
          </p:nvSpPr>
          <p:spPr>
            <a:xfrm>
              <a:off x="-3633259" y="-49702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14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14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4"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5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492" name="Google Shape;492;p15"/>
          <p:cNvGrpSpPr/>
          <p:nvPr/>
        </p:nvGrpSpPr>
        <p:grpSpPr>
          <a:xfrm>
            <a:off x="8289922" y="1760200"/>
            <a:ext cx="1369850" cy="1342825"/>
            <a:chOff x="-3742350" y="-3012325"/>
            <a:chExt cx="1369850" cy="1342825"/>
          </a:xfrm>
        </p:grpSpPr>
        <p:sp>
          <p:nvSpPr>
            <p:cNvPr id="493" name="Google Shape;493;p15"/>
            <p:cNvSpPr/>
            <p:nvPr/>
          </p:nvSpPr>
          <p:spPr>
            <a:xfrm>
              <a:off x="-3076125" y="-3012325"/>
              <a:ext cx="38525" cy="38250"/>
            </a:xfrm>
            <a:custGeom>
              <a:avLst/>
              <a:gdLst/>
              <a:ahLst/>
              <a:cxnLst/>
              <a:rect l="l" t="t" r="r" b="b"/>
              <a:pathLst>
                <a:path w="1541" h="1530" extrusionOk="0">
                  <a:moveTo>
                    <a:pt x="779" y="1"/>
                  </a:moveTo>
                  <a:cubicBezTo>
                    <a:pt x="679" y="1"/>
                    <a:pt x="577" y="19"/>
                    <a:pt x="480" y="56"/>
                  </a:cubicBezTo>
                  <a:cubicBezTo>
                    <a:pt x="436" y="79"/>
                    <a:pt x="391" y="101"/>
                    <a:pt x="346" y="134"/>
                  </a:cubicBezTo>
                  <a:cubicBezTo>
                    <a:pt x="302" y="157"/>
                    <a:pt x="268" y="190"/>
                    <a:pt x="224" y="224"/>
                  </a:cubicBezTo>
                  <a:cubicBezTo>
                    <a:pt x="190" y="257"/>
                    <a:pt x="157" y="302"/>
                    <a:pt x="134" y="346"/>
                  </a:cubicBezTo>
                  <a:cubicBezTo>
                    <a:pt x="101" y="380"/>
                    <a:pt x="79" y="425"/>
                    <a:pt x="56" y="480"/>
                  </a:cubicBezTo>
                  <a:cubicBezTo>
                    <a:pt x="45" y="525"/>
                    <a:pt x="34" y="570"/>
                    <a:pt x="23" y="614"/>
                  </a:cubicBezTo>
                  <a:cubicBezTo>
                    <a:pt x="12" y="659"/>
                    <a:pt x="0" y="715"/>
                    <a:pt x="0" y="771"/>
                  </a:cubicBezTo>
                  <a:cubicBezTo>
                    <a:pt x="0" y="971"/>
                    <a:pt x="90" y="1161"/>
                    <a:pt x="224" y="1306"/>
                  </a:cubicBezTo>
                  <a:cubicBezTo>
                    <a:pt x="268" y="1340"/>
                    <a:pt x="302" y="1373"/>
                    <a:pt x="346" y="1407"/>
                  </a:cubicBezTo>
                  <a:cubicBezTo>
                    <a:pt x="391" y="1429"/>
                    <a:pt x="436" y="1451"/>
                    <a:pt x="480" y="1474"/>
                  </a:cubicBezTo>
                  <a:cubicBezTo>
                    <a:pt x="525" y="1496"/>
                    <a:pt x="570" y="1507"/>
                    <a:pt x="625" y="1518"/>
                  </a:cubicBezTo>
                  <a:cubicBezTo>
                    <a:pt x="670" y="1529"/>
                    <a:pt x="726" y="1529"/>
                    <a:pt x="770" y="1529"/>
                  </a:cubicBezTo>
                  <a:lnTo>
                    <a:pt x="782" y="1529"/>
                  </a:lnTo>
                  <a:cubicBezTo>
                    <a:pt x="1206" y="1529"/>
                    <a:pt x="1540" y="1183"/>
                    <a:pt x="1540" y="771"/>
                  </a:cubicBezTo>
                  <a:cubicBezTo>
                    <a:pt x="1540" y="715"/>
                    <a:pt x="1540" y="659"/>
                    <a:pt x="1529" y="614"/>
                  </a:cubicBezTo>
                  <a:cubicBezTo>
                    <a:pt x="1518" y="570"/>
                    <a:pt x="1507" y="525"/>
                    <a:pt x="1485" y="480"/>
                  </a:cubicBezTo>
                  <a:cubicBezTo>
                    <a:pt x="1462" y="425"/>
                    <a:pt x="1440" y="380"/>
                    <a:pt x="1418" y="346"/>
                  </a:cubicBezTo>
                  <a:cubicBezTo>
                    <a:pt x="1384" y="302"/>
                    <a:pt x="1351" y="257"/>
                    <a:pt x="1317" y="224"/>
                  </a:cubicBezTo>
                  <a:cubicBezTo>
                    <a:pt x="1176" y="75"/>
                    <a:pt x="980" y="1"/>
                    <a:pt x="7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15"/>
            <p:cNvSpPr/>
            <p:nvPr/>
          </p:nvSpPr>
          <p:spPr>
            <a:xfrm>
              <a:off x="-3648325" y="-2918425"/>
              <a:ext cx="523950" cy="509300"/>
            </a:xfrm>
            <a:custGeom>
              <a:avLst/>
              <a:gdLst/>
              <a:ahLst/>
              <a:cxnLst/>
              <a:rect l="l" t="t" r="r" b="b"/>
              <a:pathLst>
                <a:path w="20958" h="20372" extrusionOk="0">
                  <a:moveTo>
                    <a:pt x="19910" y="1"/>
                  </a:moveTo>
                  <a:cubicBezTo>
                    <a:pt x="19813" y="1"/>
                    <a:pt x="19712" y="19"/>
                    <a:pt x="19608" y="61"/>
                  </a:cubicBezTo>
                  <a:cubicBezTo>
                    <a:pt x="18839" y="384"/>
                    <a:pt x="19060" y="1540"/>
                    <a:pt x="19903" y="1545"/>
                  </a:cubicBezTo>
                  <a:lnTo>
                    <a:pt x="19903" y="1545"/>
                  </a:lnTo>
                  <a:cubicBezTo>
                    <a:pt x="20102" y="1544"/>
                    <a:pt x="20301" y="1466"/>
                    <a:pt x="20445" y="1311"/>
                  </a:cubicBezTo>
                  <a:cubicBezTo>
                    <a:pt x="20957" y="798"/>
                    <a:pt x="20539" y="1"/>
                    <a:pt x="19910" y="1"/>
                  </a:cubicBezTo>
                  <a:close/>
                  <a:moveTo>
                    <a:pt x="19903" y="1545"/>
                  </a:moveTo>
                  <a:cubicBezTo>
                    <a:pt x="19901" y="1545"/>
                    <a:pt x="19900" y="1545"/>
                    <a:pt x="19898" y="1545"/>
                  </a:cubicBezTo>
                  <a:lnTo>
                    <a:pt x="19909" y="1545"/>
                  </a:lnTo>
                  <a:cubicBezTo>
                    <a:pt x="19907" y="1545"/>
                    <a:pt x="19905" y="1545"/>
                    <a:pt x="19903" y="1545"/>
                  </a:cubicBezTo>
                  <a:close/>
                  <a:moveTo>
                    <a:pt x="16154" y="3769"/>
                  </a:moveTo>
                  <a:cubicBezTo>
                    <a:pt x="16056" y="3769"/>
                    <a:pt x="15952" y="3789"/>
                    <a:pt x="15847" y="3833"/>
                  </a:cubicBezTo>
                  <a:cubicBezTo>
                    <a:pt x="15067" y="4156"/>
                    <a:pt x="15299" y="5301"/>
                    <a:pt x="16131" y="5306"/>
                  </a:cubicBezTo>
                  <a:lnTo>
                    <a:pt x="16131" y="5306"/>
                  </a:lnTo>
                  <a:cubicBezTo>
                    <a:pt x="16341" y="5305"/>
                    <a:pt x="16540" y="5227"/>
                    <a:pt x="16684" y="5083"/>
                  </a:cubicBezTo>
                  <a:cubicBezTo>
                    <a:pt x="17194" y="4563"/>
                    <a:pt x="16774" y="3769"/>
                    <a:pt x="16154" y="3769"/>
                  </a:cubicBezTo>
                  <a:close/>
                  <a:moveTo>
                    <a:pt x="16131" y="5306"/>
                  </a:moveTo>
                  <a:cubicBezTo>
                    <a:pt x="16129" y="5306"/>
                    <a:pt x="16128" y="5306"/>
                    <a:pt x="16126" y="5306"/>
                  </a:cubicBezTo>
                  <a:lnTo>
                    <a:pt x="16137" y="5306"/>
                  </a:lnTo>
                  <a:cubicBezTo>
                    <a:pt x="16135" y="5306"/>
                    <a:pt x="16133" y="5306"/>
                    <a:pt x="16131" y="5306"/>
                  </a:cubicBezTo>
                  <a:close/>
                  <a:moveTo>
                    <a:pt x="12383" y="7530"/>
                  </a:moveTo>
                  <a:cubicBezTo>
                    <a:pt x="12285" y="7530"/>
                    <a:pt x="12181" y="7550"/>
                    <a:pt x="12075" y="7594"/>
                  </a:cubicBezTo>
                  <a:cubicBezTo>
                    <a:pt x="11307" y="7917"/>
                    <a:pt x="11527" y="9073"/>
                    <a:pt x="12370" y="9078"/>
                  </a:cubicBezTo>
                  <a:lnTo>
                    <a:pt x="12370" y="9078"/>
                  </a:lnTo>
                  <a:cubicBezTo>
                    <a:pt x="12569" y="9077"/>
                    <a:pt x="12768" y="8998"/>
                    <a:pt x="12912" y="8844"/>
                  </a:cubicBezTo>
                  <a:cubicBezTo>
                    <a:pt x="13423" y="8333"/>
                    <a:pt x="13009" y="7530"/>
                    <a:pt x="12383" y="7530"/>
                  </a:cubicBezTo>
                  <a:close/>
                  <a:moveTo>
                    <a:pt x="12370" y="9078"/>
                  </a:moveTo>
                  <a:cubicBezTo>
                    <a:pt x="12369" y="9078"/>
                    <a:pt x="12367" y="9078"/>
                    <a:pt x="12365" y="9078"/>
                  </a:cubicBezTo>
                  <a:lnTo>
                    <a:pt x="12376" y="9078"/>
                  </a:lnTo>
                  <a:cubicBezTo>
                    <a:pt x="12374" y="9078"/>
                    <a:pt x="12372" y="9078"/>
                    <a:pt x="12370" y="9078"/>
                  </a:cubicBezTo>
                  <a:close/>
                  <a:moveTo>
                    <a:pt x="8596" y="11293"/>
                  </a:moveTo>
                  <a:cubicBezTo>
                    <a:pt x="8415" y="11293"/>
                    <a:pt x="8227" y="11364"/>
                    <a:pt x="8058" y="11533"/>
                  </a:cubicBezTo>
                  <a:cubicBezTo>
                    <a:pt x="7578" y="12013"/>
                    <a:pt x="7924" y="12839"/>
                    <a:pt x="8604" y="12839"/>
                  </a:cubicBezTo>
                  <a:cubicBezTo>
                    <a:pt x="8805" y="12839"/>
                    <a:pt x="9006" y="12761"/>
                    <a:pt x="9151" y="12615"/>
                  </a:cubicBezTo>
                  <a:cubicBezTo>
                    <a:pt x="9699" y="12059"/>
                    <a:pt x="9190" y="11293"/>
                    <a:pt x="8596" y="11293"/>
                  </a:cubicBezTo>
                  <a:close/>
                  <a:moveTo>
                    <a:pt x="4844" y="15041"/>
                  </a:moveTo>
                  <a:cubicBezTo>
                    <a:pt x="4659" y="15041"/>
                    <a:pt x="4467" y="15116"/>
                    <a:pt x="4297" y="15294"/>
                  </a:cubicBezTo>
                  <a:cubicBezTo>
                    <a:pt x="3817" y="15785"/>
                    <a:pt x="4152" y="16611"/>
                    <a:pt x="4844" y="16611"/>
                  </a:cubicBezTo>
                  <a:cubicBezTo>
                    <a:pt x="5044" y="16611"/>
                    <a:pt x="5234" y="16521"/>
                    <a:pt x="5379" y="16376"/>
                  </a:cubicBezTo>
                  <a:cubicBezTo>
                    <a:pt x="5968" y="15830"/>
                    <a:pt x="5447" y="15041"/>
                    <a:pt x="4844" y="15041"/>
                  </a:cubicBezTo>
                  <a:close/>
                  <a:moveTo>
                    <a:pt x="1086" y="18834"/>
                  </a:moveTo>
                  <a:cubicBezTo>
                    <a:pt x="989" y="18834"/>
                    <a:pt x="886" y="18854"/>
                    <a:pt x="782" y="18898"/>
                  </a:cubicBezTo>
                  <a:cubicBezTo>
                    <a:pt x="0" y="19222"/>
                    <a:pt x="235" y="20371"/>
                    <a:pt x="1072" y="20371"/>
                  </a:cubicBezTo>
                  <a:cubicBezTo>
                    <a:pt x="1273" y="20371"/>
                    <a:pt x="1473" y="20293"/>
                    <a:pt x="1618" y="20148"/>
                  </a:cubicBezTo>
                  <a:cubicBezTo>
                    <a:pt x="2130" y="19637"/>
                    <a:pt x="1707" y="18834"/>
                    <a:pt x="1086" y="188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15"/>
            <p:cNvSpPr/>
            <p:nvPr/>
          </p:nvSpPr>
          <p:spPr>
            <a:xfrm>
              <a:off x="-3742350" y="-2353475"/>
              <a:ext cx="53025" cy="38650"/>
            </a:xfrm>
            <a:custGeom>
              <a:avLst/>
              <a:gdLst/>
              <a:ahLst/>
              <a:cxnLst/>
              <a:rect l="l" t="t" r="r" b="b"/>
              <a:pathLst>
                <a:path w="2121" h="1546" extrusionOk="0">
                  <a:moveTo>
                    <a:pt x="1073" y="1"/>
                  </a:moveTo>
                  <a:cubicBezTo>
                    <a:pt x="976" y="1"/>
                    <a:pt x="875" y="19"/>
                    <a:pt x="771" y="61"/>
                  </a:cubicBezTo>
                  <a:cubicBezTo>
                    <a:pt x="1" y="385"/>
                    <a:pt x="224" y="1545"/>
                    <a:pt x="1072" y="1545"/>
                  </a:cubicBezTo>
                  <a:cubicBezTo>
                    <a:pt x="1273" y="1545"/>
                    <a:pt x="1462" y="1456"/>
                    <a:pt x="1608" y="1322"/>
                  </a:cubicBezTo>
                  <a:cubicBezTo>
                    <a:pt x="2120" y="800"/>
                    <a:pt x="1702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15"/>
            <p:cNvSpPr/>
            <p:nvPr/>
          </p:nvSpPr>
          <p:spPr>
            <a:xfrm>
              <a:off x="-3470900" y="-2657000"/>
              <a:ext cx="547675" cy="547050"/>
            </a:xfrm>
            <a:custGeom>
              <a:avLst/>
              <a:gdLst/>
              <a:ahLst/>
              <a:cxnLst/>
              <a:rect l="l" t="t" r="r" b="b"/>
              <a:pathLst>
                <a:path w="21907" h="21882" extrusionOk="0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15"/>
            <p:cNvSpPr/>
            <p:nvPr/>
          </p:nvSpPr>
          <p:spPr>
            <a:xfrm>
              <a:off x="-3720275" y="-2216400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15"/>
            <p:cNvSpPr/>
            <p:nvPr/>
          </p:nvSpPr>
          <p:spPr>
            <a:xfrm>
              <a:off x="-2825862" y="-2936687"/>
              <a:ext cx="184175" cy="158025"/>
            </a:xfrm>
            <a:custGeom>
              <a:avLst/>
              <a:gdLst/>
              <a:ahLst/>
              <a:cxnLst/>
              <a:rect l="l" t="t" r="r" b="b"/>
              <a:pathLst>
                <a:path w="7367" h="6321" extrusionOk="0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15"/>
            <p:cNvSpPr/>
            <p:nvPr/>
          </p:nvSpPr>
          <p:spPr>
            <a:xfrm>
              <a:off x="-2758612" y="-2892062"/>
              <a:ext cx="76175" cy="68900"/>
            </a:xfrm>
            <a:custGeom>
              <a:avLst/>
              <a:gdLst/>
              <a:ahLst/>
              <a:cxnLst/>
              <a:rect l="l" t="t" r="r" b="b"/>
              <a:pathLst>
                <a:path w="3047" h="2756" extrusionOk="0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15"/>
            <p:cNvSpPr/>
            <p:nvPr/>
          </p:nvSpPr>
          <p:spPr>
            <a:xfrm>
              <a:off x="-3151175" y="-2605875"/>
              <a:ext cx="752125" cy="750250"/>
            </a:xfrm>
            <a:custGeom>
              <a:avLst/>
              <a:gdLst/>
              <a:ahLst/>
              <a:cxnLst/>
              <a:rect l="l" t="t" r="r" b="b"/>
              <a:pathLst>
                <a:path w="30085" h="30010" extrusionOk="0">
                  <a:moveTo>
                    <a:pt x="29888" y="0"/>
                  </a:moveTo>
                  <a:cubicBezTo>
                    <a:pt x="29858" y="0"/>
                    <a:pt x="29826" y="11"/>
                    <a:pt x="29796" y="35"/>
                  </a:cubicBezTo>
                  <a:lnTo>
                    <a:pt x="56" y="29764"/>
                  </a:lnTo>
                  <a:cubicBezTo>
                    <a:pt x="1" y="29820"/>
                    <a:pt x="1" y="29909"/>
                    <a:pt x="56" y="29965"/>
                  </a:cubicBezTo>
                  <a:cubicBezTo>
                    <a:pt x="79" y="29987"/>
                    <a:pt x="123" y="30010"/>
                    <a:pt x="157" y="30010"/>
                  </a:cubicBezTo>
                  <a:cubicBezTo>
                    <a:pt x="190" y="30010"/>
                    <a:pt x="235" y="29987"/>
                    <a:pt x="257" y="29965"/>
                  </a:cubicBezTo>
                  <a:lnTo>
                    <a:pt x="29997" y="236"/>
                  </a:lnTo>
                  <a:cubicBezTo>
                    <a:pt x="30084" y="132"/>
                    <a:pt x="29995" y="0"/>
                    <a:pt x="298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15"/>
            <p:cNvSpPr/>
            <p:nvPr/>
          </p:nvSpPr>
          <p:spPr>
            <a:xfrm>
              <a:off x="-2704800" y="-2461050"/>
              <a:ext cx="155150" cy="155150"/>
            </a:xfrm>
            <a:custGeom>
              <a:avLst/>
              <a:gdLst/>
              <a:ahLst/>
              <a:cxnLst/>
              <a:rect l="l" t="t" r="r" b="b"/>
              <a:pathLst>
                <a:path w="6206" h="6206" extrusionOk="0">
                  <a:moveTo>
                    <a:pt x="6150" y="1"/>
                  </a:moveTo>
                  <a:lnTo>
                    <a:pt x="1" y="6150"/>
                  </a:lnTo>
                  <a:lnTo>
                    <a:pt x="1396" y="6205"/>
                  </a:lnTo>
                  <a:lnTo>
                    <a:pt x="6205" y="1396"/>
                  </a:lnTo>
                  <a:lnTo>
                    <a:pt x="61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15"/>
            <p:cNvSpPr/>
            <p:nvPr/>
          </p:nvSpPr>
          <p:spPr>
            <a:xfrm>
              <a:off x="-2435025" y="-2631025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1" y="1"/>
                  </a:moveTo>
                  <a:cubicBezTo>
                    <a:pt x="961" y="1"/>
                    <a:pt x="671" y="110"/>
                    <a:pt x="447" y="327"/>
                  </a:cubicBezTo>
                  <a:cubicBezTo>
                    <a:pt x="1" y="774"/>
                    <a:pt x="1" y="1499"/>
                    <a:pt x="447" y="1945"/>
                  </a:cubicBezTo>
                  <a:cubicBezTo>
                    <a:pt x="671" y="2163"/>
                    <a:pt x="961" y="2272"/>
                    <a:pt x="1251" y="2272"/>
                  </a:cubicBezTo>
                  <a:cubicBezTo>
                    <a:pt x="1541" y="2272"/>
                    <a:pt x="1831" y="2163"/>
                    <a:pt x="2054" y="1945"/>
                  </a:cubicBezTo>
                  <a:cubicBezTo>
                    <a:pt x="2501" y="1499"/>
                    <a:pt x="2501" y="774"/>
                    <a:pt x="2054" y="327"/>
                  </a:cubicBezTo>
                  <a:cubicBezTo>
                    <a:pt x="1831" y="110"/>
                    <a:pt x="1541" y="1"/>
                    <a:pt x="12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15"/>
            <p:cNvSpPr/>
            <p:nvPr/>
          </p:nvSpPr>
          <p:spPr>
            <a:xfrm>
              <a:off x="-3175450" y="-1887725"/>
              <a:ext cx="56675" cy="56925"/>
            </a:xfrm>
            <a:custGeom>
              <a:avLst/>
              <a:gdLst/>
              <a:ahLst/>
              <a:cxnLst/>
              <a:rect l="l" t="t" r="r" b="b"/>
              <a:pathLst>
                <a:path w="2267" h="2277" extrusionOk="0">
                  <a:moveTo>
                    <a:pt x="1139" y="0"/>
                  </a:moveTo>
                  <a:cubicBezTo>
                    <a:pt x="503" y="0"/>
                    <a:pt x="1" y="514"/>
                    <a:pt x="1" y="1139"/>
                  </a:cubicBezTo>
                  <a:cubicBezTo>
                    <a:pt x="1" y="1764"/>
                    <a:pt x="503" y="2277"/>
                    <a:pt x="1139" y="2277"/>
                  </a:cubicBezTo>
                  <a:cubicBezTo>
                    <a:pt x="1764" y="2277"/>
                    <a:pt x="2266" y="1764"/>
                    <a:pt x="2266" y="1139"/>
                  </a:cubicBezTo>
                  <a:cubicBezTo>
                    <a:pt x="2266" y="514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4" name="Google Shape;504;p15"/>
          <p:cNvGrpSpPr/>
          <p:nvPr/>
        </p:nvGrpSpPr>
        <p:grpSpPr>
          <a:xfrm>
            <a:off x="-275103" y="120400"/>
            <a:ext cx="1369850" cy="1342825"/>
            <a:chOff x="-3742350" y="-3012325"/>
            <a:chExt cx="1369850" cy="1342825"/>
          </a:xfrm>
        </p:grpSpPr>
        <p:sp>
          <p:nvSpPr>
            <p:cNvPr id="505" name="Google Shape;505;p15"/>
            <p:cNvSpPr/>
            <p:nvPr/>
          </p:nvSpPr>
          <p:spPr>
            <a:xfrm>
              <a:off x="-3076125" y="-3012325"/>
              <a:ext cx="38525" cy="38250"/>
            </a:xfrm>
            <a:custGeom>
              <a:avLst/>
              <a:gdLst/>
              <a:ahLst/>
              <a:cxnLst/>
              <a:rect l="l" t="t" r="r" b="b"/>
              <a:pathLst>
                <a:path w="1541" h="1530" extrusionOk="0">
                  <a:moveTo>
                    <a:pt x="779" y="1"/>
                  </a:moveTo>
                  <a:cubicBezTo>
                    <a:pt x="679" y="1"/>
                    <a:pt x="577" y="19"/>
                    <a:pt x="480" y="56"/>
                  </a:cubicBezTo>
                  <a:cubicBezTo>
                    <a:pt x="436" y="79"/>
                    <a:pt x="391" y="101"/>
                    <a:pt x="346" y="134"/>
                  </a:cubicBezTo>
                  <a:cubicBezTo>
                    <a:pt x="302" y="157"/>
                    <a:pt x="268" y="190"/>
                    <a:pt x="224" y="224"/>
                  </a:cubicBezTo>
                  <a:cubicBezTo>
                    <a:pt x="190" y="257"/>
                    <a:pt x="157" y="302"/>
                    <a:pt x="134" y="346"/>
                  </a:cubicBezTo>
                  <a:cubicBezTo>
                    <a:pt x="101" y="380"/>
                    <a:pt x="79" y="425"/>
                    <a:pt x="56" y="480"/>
                  </a:cubicBezTo>
                  <a:cubicBezTo>
                    <a:pt x="45" y="525"/>
                    <a:pt x="34" y="570"/>
                    <a:pt x="23" y="614"/>
                  </a:cubicBezTo>
                  <a:cubicBezTo>
                    <a:pt x="12" y="659"/>
                    <a:pt x="0" y="715"/>
                    <a:pt x="0" y="771"/>
                  </a:cubicBezTo>
                  <a:cubicBezTo>
                    <a:pt x="0" y="971"/>
                    <a:pt x="90" y="1161"/>
                    <a:pt x="224" y="1306"/>
                  </a:cubicBezTo>
                  <a:cubicBezTo>
                    <a:pt x="268" y="1340"/>
                    <a:pt x="302" y="1373"/>
                    <a:pt x="346" y="1407"/>
                  </a:cubicBezTo>
                  <a:cubicBezTo>
                    <a:pt x="391" y="1429"/>
                    <a:pt x="436" y="1451"/>
                    <a:pt x="480" y="1474"/>
                  </a:cubicBezTo>
                  <a:cubicBezTo>
                    <a:pt x="525" y="1496"/>
                    <a:pt x="570" y="1507"/>
                    <a:pt x="625" y="1518"/>
                  </a:cubicBezTo>
                  <a:cubicBezTo>
                    <a:pt x="670" y="1529"/>
                    <a:pt x="726" y="1529"/>
                    <a:pt x="770" y="1529"/>
                  </a:cubicBezTo>
                  <a:lnTo>
                    <a:pt x="782" y="1529"/>
                  </a:lnTo>
                  <a:cubicBezTo>
                    <a:pt x="1206" y="1529"/>
                    <a:pt x="1540" y="1183"/>
                    <a:pt x="1540" y="771"/>
                  </a:cubicBezTo>
                  <a:cubicBezTo>
                    <a:pt x="1540" y="715"/>
                    <a:pt x="1540" y="659"/>
                    <a:pt x="1529" y="614"/>
                  </a:cubicBezTo>
                  <a:cubicBezTo>
                    <a:pt x="1518" y="570"/>
                    <a:pt x="1507" y="525"/>
                    <a:pt x="1485" y="480"/>
                  </a:cubicBezTo>
                  <a:cubicBezTo>
                    <a:pt x="1462" y="425"/>
                    <a:pt x="1440" y="380"/>
                    <a:pt x="1418" y="346"/>
                  </a:cubicBezTo>
                  <a:cubicBezTo>
                    <a:pt x="1384" y="302"/>
                    <a:pt x="1351" y="257"/>
                    <a:pt x="1317" y="224"/>
                  </a:cubicBezTo>
                  <a:cubicBezTo>
                    <a:pt x="1176" y="75"/>
                    <a:pt x="980" y="1"/>
                    <a:pt x="7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15"/>
            <p:cNvSpPr/>
            <p:nvPr/>
          </p:nvSpPr>
          <p:spPr>
            <a:xfrm>
              <a:off x="-3648325" y="-2918425"/>
              <a:ext cx="523950" cy="509300"/>
            </a:xfrm>
            <a:custGeom>
              <a:avLst/>
              <a:gdLst/>
              <a:ahLst/>
              <a:cxnLst/>
              <a:rect l="l" t="t" r="r" b="b"/>
              <a:pathLst>
                <a:path w="20958" h="20372" extrusionOk="0">
                  <a:moveTo>
                    <a:pt x="19910" y="1"/>
                  </a:moveTo>
                  <a:cubicBezTo>
                    <a:pt x="19813" y="1"/>
                    <a:pt x="19712" y="19"/>
                    <a:pt x="19608" y="61"/>
                  </a:cubicBezTo>
                  <a:cubicBezTo>
                    <a:pt x="18839" y="384"/>
                    <a:pt x="19060" y="1540"/>
                    <a:pt x="19903" y="1545"/>
                  </a:cubicBezTo>
                  <a:lnTo>
                    <a:pt x="19903" y="1545"/>
                  </a:lnTo>
                  <a:cubicBezTo>
                    <a:pt x="20102" y="1544"/>
                    <a:pt x="20301" y="1466"/>
                    <a:pt x="20445" y="1311"/>
                  </a:cubicBezTo>
                  <a:cubicBezTo>
                    <a:pt x="20957" y="798"/>
                    <a:pt x="20539" y="1"/>
                    <a:pt x="19910" y="1"/>
                  </a:cubicBezTo>
                  <a:close/>
                  <a:moveTo>
                    <a:pt x="19903" y="1545"/>
                  </a:moveTo>
                  <a:cubicBezTo>
                    <a:pt x="19901" y="1545"/>
                    <a:pt x="19900" y="1545"/>
                    <a:pt x="19898" y="1545"/>
                  </a:cubicBezTo>
                  <a:lnTo>
                    <a:pt x="19909" y="1545"/>
                  </a:lnTo>
                  <a:cubicBezTo>
                    <a:pt x="19907" y="1545"/>
                    <a:pt x="19905" y="1545"/>
                    <a:pt x="19903" y="1545"/>
                  </a:cubicBezTo>
                  <a:close/>
                  <a:moveTo>
                    <a:pt x="16154" y="3769"/>
                  </a:moveTo>
                  <a:cubicBezTo>
                    <a:pt x="16056" y="3769"/>
                    <a:pt x="15952" y="3789"/>
                    <a:pt x="15847" y="3833"/>
                  </a:cubicBezTo>
                  <a:cubicBezTo>
                    <a:pt x="15067" y="4156"/>
                    <a:pt x="15299" y="5301"/>
                    <a:pt x="16131" y="5306"/>
                  </a:cubicBezTo>
                  <a:lnTo>
                    <a:pt x="16131" y="5306"/>
                  </a:lnTo>
                  <a:cubicBezTo>
                    <a:pt x="16341" y="5305"/>
                    <a:pt x="16540" y="5227"/>
                    <a:pt x="16684" y="5083"/>
                  </a:cubicBezTo>
                  <a:cubicBezTo>
                    <a:pt x="17194" y="4563"/>
                    <a:pt x="16774" y="3769"/>
                    <a:pt x="16154" y="3769"/>
                  </a:cubicBezTo>
                  <a:close/>
                  <a:moveTo>
                    <a:pt x="16131" y="5306"/>
                  </a:moveTo>
                  <a:cubicBezTo>
                    <a:pt x="16129" y="5306"/>
                    <a:pt x="16128" y="5306"/>
                    <a:pt x="16126" y="5306"/>
                  </a:cubicBezTo>
                  <a:lnTo>
                    <a:pt x="16137" y="5306"/>
                  </a:lnTo>
                  <a:cubicBezTo>
                    <a:pt x="16135" y="5306"/>
                    <a:pt x="16133" y="5306"/>
                    <a:pt x="16131" y="5306"/>
                  </a:cubicBezTo>
                  <a:close/>
                  <a:moveTo>
                    <a:pt x="12383" y="7530"/>
                  </a:moveTo>
                  <a:cubicBezTo>
                    <a:pt x="12285" y="7530"/>
                    <a:pt x="12181" y="7550"/>
                    <a:pt x="12075" y="7594"/>
                  </a:cubicBezTo>
                  <a:cubicBezTo>
                    <a:pt x="11307" y="7917"/>
                    <a:pt x="11527" y="9073"/>
                    <a:pt x="12370" y="9078"/>
                  </a:cubicBezTo>
                  <a:lnTo>
                    <a:pt x="12370" y="9078"/>
                  </a:lnTo>
                  <a:cubicBezTo>
                    <a:pt x="12569" y="9077"/>
                    <a:pt x="12768" y="8998"/>
                    <a:pt x="12912" y="8844"/>
                  </a:cubicBezTo>
                  <a:cubicBezTo>
                    <a:pt x="13423" y="8333"/>
                    <a:pt x="13009" y="7530"/>
                    <a:pt x="12383" y="7530"/>
                  </a:cubicBezTo>
                  <a:close/>
                  <a:moveTo>
                    <a:pt x="12370" y="9078"/>
                  </a:moveTo>
                  <a:cubicBezTo>
                    <a:pt x="12369" y="9078"/>
                    <a:pt x="12367" y="9078"/>
                    <a:pt x="12365" y="9078"/>
                  </a:cubicBezTo>
                  <a:lnTo>
                    <a:pt x="12376" y="9078"/>
                  </a:lnTo>
                  <a:cubicBezTo>
                    <a:pt x="12374" y="9078"/>
                    <a:pt x="12372" y="9078"/>
                    <a:pt x="12370" y="9078"/>
                  </a:cubicBezTo>
                  <a:close/>
                  <a:moveTo>
                    <a:pt x="8596" y="11293"/>
                  </a:moveTo>
                  <a:cubicBezTo>
                    <a:pt x="8415" y="11293"/>
                    <a:pt x="8227" y="11364"/>
                    <a:pt x="8058" y="11533"/>
                  </a:cubicBezTo>
                  <a:cubicBezTo>
                    <a:pt x="7578" y="12013"/>
                    <a:pt x="7924" y="12839"/>
                    <a:pt x="8604" y="12839"/>
                  </a:cubicBezTo>
                  <a:cubicBezTo>
                    <a:pt x="8805" y="12839"/>
                    <a:pt x="9006" y="12761"/>
                    <a:pt x="9151" y="12615"/>
                  </a:cubicBezTo>
                  <a:cubicBezTo>
                    <a:pt x="9699" y="12059"/>
                    <a:pt x="9190" y="11293"/>
                    <a:pt x="8596" y="11293"/>
                  </a:cubicBezTo>
                  <a:close/>
                  <a:moveTo>
                    <a:pt x="4844" y="15041"/>
                  </a:moveTo>
                  <a:cubicBezTo>
                    <a:pt x="4659" y="15041"/>
                    <a:pt x="4467" y="15116"/>
                    <a:pt x="4297" y="15294"/>
                  </a:cubicBezTo>
                  <a:cubicBezTo>
                    <a:pt x="3817" y="15785"/>
                    <a:pt x="4152" y="16611"/>
                    <a:pt x="4844" y="16611"/>
                  </a:cubicBezTo>
                  <a:cubicBezTo>
                    <a:pt x="5044" y="16611"/>
                    <a:pt x="5234" y="16521"/>
                    <a:pt x="5379" y="16376"/>
                  </a:cubicBezTo>
                  <a:cubicBezTo>
                    <a:pt x="5968" y="15830"/>
                    <a:pt x="5447" y="15041"/>
                    <a:pt x="4844" y="15041"/>
                  </a:cubicBezTo>
                  <a:close/>
                  <a:moveTo>
                    <a:pt x="1086" y="18834"/>
                  </a:moveTo>
                  <a:cubicBezTo>
                    <a:pt x="989" y="18834"/>
                    <a:pt x="886" y="18854"/>
                    <a:pt x="782" y="18898"/>
                  </a:cubicBezTo>
                  <a:cubicBezTo>
                    <a:pt x="0" y="19222"/>
                    <a:pt x="235" y="20371"/>
                    <a:pt x="1072" y="20371"/>
                  </a:cubicBezTo>
                  <a:cubicBezTo>
                    <a:pt x="1273" y="20371"/>
                    <a:pt x="1473" y="20293"/>
                    <a:pt x="1618" y="20148"/>
                  </a:cubicBezTo>
                  <a:cubicBezTo>
                    <a:pt x="2130" y="19637"/>
                    <a:pt x="1707" y="18834"/>
                    <a:pt x="1086" y="188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15"/>
            <p:cNvSpPr/>
            <p:nvPr/>
          </p:nvSpPr>
          <p:spPr>
            <a:xfrm>
              <a:off x="-3742350" y="-2353475"/>
              <a:ext cx="53025" cy="38650"/>
            </a:xfrm>
            <a:custGeom>
              <a:avLst/>
              <a:gdLst/>
              <a:ahLst/>
              <a:cxnLst/>
              <a:rect l="l" t="t" r="r" b="b"/>
              <a:pathLst>
                <a:path w="2121" h="1546" extrusionOk="0">
                  <a:moveTo>
                    <a:pt x="1073" y="1"/>
                  </a:moveTo>
                  <a:cubicBezTo>
                    <a:pt x="976" y="1"/>
                    <a:pt x="875" y="19"/>
                    <a:pt x="771" y="61"/>
                  </a:cubicBezTo>
                  <a:cubicBezTo>
                    <a:pt x="1" y="385"/>
                    <a:pt x="224" y="1545"/>
                    <a:pt x="1072" y="1545"/>
                  </a:cubicBezTo>
                  <a:cubicBezTo>
                    <a:pt x="1273" y="1545"/>
                    <a:pt x="1462" y="1456"/>
                    <a:pt x="1608" y="1322"/>
                  </a:cubicBezTo>
                  <a:cubicBezTo>
                    <a:pt x="2120" y="800"/>
                    <a:pt x="1702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15"/>
            <p:cNvSpPr/>
            <p:nvPr/>
          </p:nvSpPr>
          <p:spPr>
            <a:xfrm>
              <a:off x="-3470900" y="-2657000"/>
              <a:ext cx="547675" cy="547050"/>
            </a:xfrm>
            <a:custGeom>
              <a:avLst/>
              <a:gdLst/>
              <a:ahLst/>
              <a:cxnLst/>
              <a:rect l="l" t="t" r="r" b="b"/>
              <a:pathLst>
                <a:path w="21907" h="21882" extrusionOk="0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15"/>
            <p:cNvSpPr/>
            <p:nvPr/>
          </p:nvSpPr>
          <p:spPr>
            <a:xfrm>
              <a:off x="-3720275" y="-2216400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15"/>
            <p:cNvSpPr/>
            <p:nvPr/>
          </p:nvSpPr>
          <p:spPr>
            <a:xfrm>
              <a:off x="-2825862" y="-2936687"/>
              <a:ext cx="184175" cy="158025"/>
            </a:xfrm>
            <a:custGeom>
              <a:avLst/>
              <a:gdLst/>
              <a:ahLst/>
              <a:cxnLst/>
              <a:rect l="l" t="t" r="r" b="b"/>
              <a:pathLst>
                <a:path w="7367" h="6321" extrusionOk="0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15"/>
            <p:cNvSpPr/>
            <p:nvPr/>
          </p:nvSpPr>
          <p:spPr>
            <a:xfrm>
              <a:off x="-2758612" y="-2892062"/>
              <a:ext cx="76175" cy="68900"/>
            </a:xfrm>
            <a:custGeom>
              <a:avLst/>
              <a:gdLst/>
              <a:ahLst/>
              <a:cxnLst/>
              <a:rect l="l" t="t" r="r" b="b"/>
              <a:pathLst>
                <a:path w="3047" h="2756" extrusionOk="0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15"/>
            <p:cNvSpPr/>
            <p:nvPr/>
          </p:nvSpPr>
          <p:spPr>
            <a:xfrm>
              <a:off x="-3151175" y="-2605875"/>
              <a:ext cx="752125" cy="750250"/>
            </a:xfrm>
            <a:custGeom>
              <a:avLst/>
              <a:gdLst/>
              <a:ahLst/>
              <a:cxnLst/>
              <a:rect l="l" t="t" r="r" b="b"/>
              <a:pathLst>
                <a:path w="30085" h="30010" extrusionOk="0">
                  <a:moveTo>
                    <a:pt x="29888" y="0"/>
                  </a:moveTo>
                  <a:cubicBezTo>
                    <a:pt x="29858" y="0"/>
                    <a:pt x="29826" y="11"/>
                    <a:pt x="29796" y="35"/>
                  </a:cubicBezTo>
                  <a:lnTo>
                    <a:pt x="56" y="29764"/>
                  </a:lnTo>
                  <a:cubicBezTo>
                    <a:pt x="1" y="29820"/>
                    <a:pt x="1" y="29909"/>
                    <a:pt x="56" y="29965"/>
                  </a:cubicBezTo>
                  <a:cubicBezTo>
                    <a:pt x="79" y="29987"/>
                    <a:pt x="123" y="30010"/>
                    <a:pt x="157" y="30010"/>
                  </a:cubicBezTo>
                  <a:cubicBezTo>
                    <a:pt x="190" y="30010"/>
                    <a:pt x="235" y="29987"/>
                    <a:pt x="257" y="29965"/>
                  </a:cubicBezTo>
                  <a:lnTo>
                    <a:pt x="29997" y="236"/>
                  </a:lnTo>
                  <a:cubicBezTo>
                    <a:pt x="30084" y="132"/>
                    <a:pt x="29995" y="0"/>
                    <a:pt x="298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5"/>
            <p:cNvSpPr/>
            <p:nvPr/>
          </p:nvSpPr>
          <p:spPr>
            <a:xfrm>
              <a:off x="-2704800" y="-2461050"/>
              <a:ext cx="155150" cy="155150"/>
            </a:xfrm>
            <a:custGeom>
              <a:avLst/>
              <a:gdLst/>
              <a:ahLst/>
              <a:cxnLst/>
              <a:rect l="l" t="t" r="r" b="b"/>
              <a:pathLst>
                <a:path w="6206" h="6206" extrusionOk="0">
                  <a:moveTo>
                    <a:pt x="6150" y="1"/>
                  </a:moveTo>
                  <a:lnTo>
                    <a:pt x="1" y="6150"/>
                  </a:lnTo>
                  <a:lnTo>
                    <a:pt x="1396" y="6205"/>
                  </a:lnTo>
                  <a:lnTo>
                    <a:pt x="6205" y="1396"/>
                  </a:lnTo>
                  <a:lnTo>
                    <a:pt x="61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5"/>
            <p:cNvSpPr/>
            <p:nvPr/>
          </p:nvSpPr>
          <p:spPr>
            <a:xfrm>
              <a:off x="-2435025" y="-2631025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1" y="1"/>
                  </a:moveTo>
                  <a:cubicBezTo>
                    <a:pt x="961" y="1"/>
                    <a:pt x="671" y="110"/>
                    <a:pt x="447" y="327"/>
                  </a:cubicBezTo>
                  <a:cubicBezTo>
                    <a:pt x="1" y="774"/>
                    <a:pt x="1" y="1499"/>
                    <a:pt x="447" y="1945"/>
                  </a:cubicBezTo>
                  <a:cubicBezTo>
                    <a:pt x="671" y="2163"/>
                    <a:pt x="961" y="2272"/>
                    <a:pt x="1251" y="2272"/>
                  </a:cubicBezTo>
                  <a:cubicBezTo>
                    <a:pt x="1541" y="2272"/>
                    <a:pt x="1831" y="2163"/>
                    <a:pt x="2054" y="1945"/>
                  </a:cubicBezTo>
                  <a:cubicBezTo>
                    <a:pt x="2501" y="1499"/>
                    <a:pt x="2501" y="774"/>
                    <a:pt x="2054" y="327"/>
                  </a:cubicBezTo>
                  <a:cubicBezTo>
                    <a:pt x="1831" y="110"/>
                    <a:pt x="1541" y="1"/>
                    <a:pt x="12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15"/>
            <p:cNvSpPr/>
            <p:nvPr/>
          </p:nvSpPr>
          <p:spPr>
            <a:xfrm>
              <a:off x="-3175450" y="-1887725"/>
              <a:ext cx="56675" cy="56925"/>
            </a:xfrm>
            <a:custGeom>
              <a:avLst/>
              <a:gdLst/>
              <a:ahLst/>
              <a:cxnLst/>
              <a:rect l="l" t="t" r="r" b="b"/>
              <a:pathLst>
                <a:path w="2267" h="2277" extrusionOk="0">
                  <a:moveTo>
                    <a:pt x="1139" y="0"/>
                  </a:moveTo>
                  <a:cubicBezTo>
                    <a:pt x="503" y="0"/>
                    <a:pt x="1" y="514"/>
                    <a:pt x="1" y="1139"/>
                  </a:cubicBezTo>
                  <a:cubicBezTo>
                    <a:pt x="1" y="1764"/>
                    <a:pt x="503" y="2277"/>
                    <a:pt x="1139" y="2277"/>
                  </a:cubicBezTo>
                  <a:cubicBezTo>
                    <a:pt x="1764" y="2277"/>
                    <a:pt x="2266" y="1764"/>
                    <a:pt x="2266" y="1139"/>
                  </a:cubicBezTo>
                  <a:cubicBezTo>
                    <a:pt x="2266" y="514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6" name="Google Shape;516;p15"/>
          <p:cNvGrpSpPr/>
          <p:nvPr/>
        </p:nvGrpSpPr>
        <p:grpSpPr>
          <a:xfrm>
            <a:off x="7444085" y="-614062"/>
            <a:ext cx="1040637" cy="901375"/>
            <a:chOff x="7772485" y="-345137"/>
            <a:chExt cx="1040637" cy="901375"/>
          </a:xfrm>
        </p:grpSpPr>
        <p:grpSp>
          <p:nvGrpSpPr>
            <p:cNvPr id="517" name="Google Shape;517;p15"/>
            <p:cNvGrpSpPr/>
            <p:nvPr/>
          </p:nvGrpSpPr>
          <p:grpSpPr>
            <a:xfrm>
              <a:off x="8096397" y="-345137"/>
              <a:ext cx="716725" cy="901375"/>
              <a:chOff x="-3888525" y="-2483300"/>
              <a:chExt cx="716725" cy="901375"/>
            </a:xfrm>
          </p:grpSpPr>
          <p:sp>
            <p:nvSpPr>
              <p:cNvPr id="518" name="Google Shape;518;p15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15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0" name="Google Shape;520;p15"/>
            <p:cNvGrpSpPr/>
            <p:nvPr/>
          </p:nvGrpSpPr>
          <p:grpSpPr>
            <a:xfrm>
              <a:off x="7772485" y="175988"/>
              <a:ext cx="323925" cy="323650"/>
              <a:chOff x="1608625" y="299800"/>
              <a:chExt cx="323925" cy="323650"/>
            </a:xfrm>
          </p:grpSpPr>
          <p:sp>
            <p:nvSpPr>
              <p:cNvPr id="521" name="Google Shape;521;p15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15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15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4_1"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6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495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526" name="Google Shape;526;p16"/>
          <p:cNvGrpSpPr/>
          <p:nvPr/>
        </p:nvGrpSpPr>
        <p:grpSpPr>
          <a:xfrm>
            <a:off x="7771338" y="4403813"/>
            <a:ext cx="1040638" cy="901375"/>
            <a:chOff x="8457538" y="810363"/>
            <a:chExt cx="1040638" cy="901375"/>
          </a:xfrm>
        </p:grpSpPr>
        <p:grpSp>
          <p:nvGrpSpPr>
            <p:cNvPr id="527" name="Google Shape;527;p16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528" name="Google Shape;528;p16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16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0" name="Google Shape;530;p16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531" name="Google Shape;531;p16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16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16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34" name="Google Shape;534;p16"/>
          <p:cNvGrpSpPr/>
          <p:nvPr/>
        </p:nvGrpSpPr>
        <p:grpSpPr>
          <a:xfrm>
            <a:off x="7771359" y="4167517"/>
            <a:ext cx="761479" cy="750124"/>
            <a:chOff x="-642191" y="1634242"/>
            <a:chExt cx="761479" cy="750124"/>
          </a:xfrm>
        </p:grpSpPr>
        <p:sp>
          <p:nvSpPr>
            <p:cNvPr id="535" name="Google Shape;535;p16"/>
            <p:cNvSpPr/>
            <p:nvPr/>
          </p:nvSpPr>
          <p:spPr>
            <a:xfrm rot="10800000">
              <a:off x="-642191" y="2350719"/>
              <a:ext cx="44739" cy="33647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6"/>
            <p:cNvSpPr/>
            <p:nvPr/>
          </p:nvSpPr>
          <p:spPr>
            <a:xfrm rot="10800000">
              <a:off x="-553634" y="1723763"/>
              <a:ext cx="584365" cy="571016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16"/>
            <p:cNvSpPr/>
            <p:nvPr/>
          </p:nvSpPr>
          <p:spPr>
            <a:xfrm rot="10800000">
              <a:off x="78166" y="1634242"/>
              <a:ext cx="41122" cy="33647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8" name="Google Shape;538;p16"/>
          <p:cNvGrpSpPr/>
          <p:nvPr/>
        </p:nvGrpSpPr>
        <p:grpSpPr>
          <a:xfrm>
            <a:off x="330444" y="-221875"/>
            <a:ext cx="713803" cy="706547"/>
            <a:chOff x="-4017975" y="616650"/>
            <a:chExt cx="814100" cy="805825"/>
          </a:xfrm>
        </p:grpSpPr>
        <p:sp>
          <p:nvSpPr>
            <p:cNvPr id="539" name="Google Shape;539;p16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16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16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16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5"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7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45" name="Google Shape;545;p17"/>
          <p:cNvSpPr txBox="1">
            <a:spLocks noGrp="1"/>
          </p:cNvSpPr>
          <p:nvPr>
            <p:ph type="subTitle" idx="1"/>
          </p:nvPr>
        </p:nvSpPr>
        <p:spPr>
          <a:xfrm>
            <a:off x="782850" y="2955251"/>
            <a:ext cx="2311200" cy="766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46" name="Google Shape;546;p17"/>
          <p:cNvSpPr txBox="1">
            <a:spLocks noGrp="1"/>
          </p:cNvSpPr>
          <p:nvPr>
            <p:ph type="subTitle" idx="2"/>
          </p:nvPr>
        </p:nvSpPr>
        <p:spPr>
          <a:xfrm>
            <a:off x="782850" y="2538925"/>
            <a:ext cx="23112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47" name="Google Shape;547;p17"/>
          <p:cNvSpPr txBox="1">
            <a:spLocks noGrp="1"/>
          </p:cNvSpPr>
          <p:nvPr>
            <p:ph type="subTitle" idx="3"/>
          </p:nvPr>
        </p:nvSpPr>
        <p:spPr>
          <a:xfrm>
            <a:off x="3416400" y="2955251"/>
            <a:ext cx="2311200" cy="766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48" name="Google Shape;548;p17"/>
          <p:cNvSpPr txBox="1">
            <a:spLocks noGrp="1"/>
          </p:cNvSpPr>
          <p:nvPr>
            <p:ph type="subTitle" idx="4"/>
          </p:nvPr>
        </p:nvSpPr>
        <p:spPr>
          <a:xfrm>
            <a:off x="3416400" y="2538925"/>
            <a:ext cx="23112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49" name="Google Shape;549;p17"/>
          <p:cNvSpPr txBox="1">
            <a:spLocks noGrp="1"/>
          </p:cNvSpPr>
          <p:nvPr>
            <p:ph type="subTitle" idx="5"/>
          </p:nvPr>
        </p:nvSpPr>
        <p:spPr>
          <a:xfrm>
            <a:off x="6049950" y="2955251"/>
            <a:ext cx="2311200" cy="766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50" name="Google Shape;550;p17"/>
          <p:cNvSpPr txBox="1">
            <a:spLocks noGrp="1"/>
          </p:cNvSpPr>
          <p:nvPr>
            <p:ph type="subTitle" idx="6"/>
          </p:nvPr>
        </p:nvSpPr>
        <p:spPr>
          <a:xfrm>
            <a:off x="6049950" y="2538925"/>
            <a:ext cx="23112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551" name="Google Shape;551;p17"/>
          <p:cNvGrpSpPr/>
          <p:nvPr/>
        </p:nvGrpSpPr>
        <p:grpSpPr>
          <a:xfrm>
            <a:off x="-382087" y="624425"/>
            <a:ext cx="1040638" cy="901375"/>
            <a:chOff x="8457538" y="810363"/>
            <a:chExt cx="1040638" cy="901375"/>
          </a:xfrm>
        </p:grpSpPr>
        <p:grpSp>
          <p:nvGrpSpPr>
            <p:cNvPr id="552" name="Google Shape;552;p17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553" name="Google Shape;553;p17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p17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5" name="Google Shape;555;p17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556" name="Google Shape;556;p17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17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17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59" name="Google Shape;559;p17"/>
          <p:cNvGrpSpPr/>
          <p:nvPr/>
        </p:nvGrpSpPr>
        <p:grpSpPr>
          <a:xfrm rot="10800000">
            <a:off x="8274244" y="624418"/>
            <a:ext cx="1803578" cy="1592367"/>
            <a:chOff x="-4912150" y="-393637"/>
            <a:chExt cx="2057000" cy="1816112"/>
          </a:xfrm>
        </p:grpSpPr>
        <p:sp>
          <p:nvSpPr>
            <p:cNvPr id="560" name="Google Shape;560;p17"/>
            <p:cNvSpPr/>
            <p:nvPr/>
          </p:nvSpPr>
          <p:spPr>
            <a:xfrm>
              <a:off x="-4604150" y="-280425"/>
              <a:ext cx="858750" cy="1117575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17"/>
            <p:cNvSpPr/>
            <p:nvPr/>
          </p:nvSpPr>
          <p:spPr>
            <a:xfrm>
              <a:off x="-3780300" y="-305525"/>
              <a:ext cx="62525" cy="57000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17"/>
            <p:cNvSpPr/>
            <p:nvPr/>
          </p:nvSpPr>
          <p:spPr>
            <a:xfrm>
              <a:off x="-4199050" y="281125"/>
              <a:ext cx="155150" cy="154850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17"/>
            <p:cNvSpPr/>
            <p:nvPr/>
          </p:nvSpPr>
          <p:spPr>
            <a:xfrm>
              <a:off x="-4514575" y="97000"/>
              <a:ext cx="740775" cy="896950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17"/>
            <p:cNvSpPr/>
            <p:nvPr/>
          </p:nvSpPr>
          <p:spPr>
            <a:xfrm>
              <a:off x="-3809300" y="72075"/>
              <a:ext cx="61400" cy="56825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17"/>
            <p:cNvSpPr/>
            <p:nvPr/>
          </p:nvSpPr>
          <p:spPr>
            <a:xfrm>
              <a:off x="-4203525" y="-330075"/>
              <a:ext cx="275400" cy="273925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17"/>
            <p:cNvSpPr/>
            <p:nvPr/>
          </p:nvSpPr>
          <p:spPr>
            <a:xfrm>
              <a:off x="-3964425" y="-355100"/>
              <a:ext cx="64750" cy="56950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17"/>
            <p:cNvSpPr/>
            <p:nvPr/>
          </p:nvSpPr>
          <p:spPr>
            <a:xfrm>
              <a:off x="-4230300" y="-88200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17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17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17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7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17"/>
            <p:cNvSpPr/>
            <p:nvPr/>
          </p:nvSpPr>
          <p:spPr>
            <a:xfrm>
              <a:off x="-3761575" y="553550"/>
              <a:ext cx="51025" cy="38375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17"/>
            <p:cNvSpPr/>
            <p:nvPr/>
          </p:nvSpPr>
          <p:spPr>
            <a:xfrm>
              <a:off x="-4478025" y="655725"/>
              <a:ext cx="666475" cy="651250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17"/>
            <p:cNvSpPr/>
            <p:nvPr/>
          </p:nvSpPr>
          <p:spPr>
            <a:xfrm>
              <a:off x="-4579025" y="1370700"/>
              <a:ext cx="46900" cy="38375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17"/>
            <p:cNvSpPr/>
            <p:nvPr/>
          </p:nvSpPr>
          <p:spPr>
            <a:xfrm>
              <a:off x="-4912150" y="393325"/>
              <a:ext cx="547675" cy="546850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17"/>
            <p:cNvSpPr/>
            <p:nvPr/>
          </p:nvSpPr>
          <p:spPr>
            <a:xfrm>
              <a:off x="-3508415" y="-393637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17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17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9" name="Google Shape;579;p17"/>
          <p:cNvGrpSpPr/>
          <p:nvPr/>
        </p:nvGrpSpPr>
        <p:grpSpPr>
          <a:xfrm rot="10800000">
            <a:off x="1179219" y="4287293"/>
            <a:ext cx="1803578" cy="1592367"/>
            <a:chOff x="-4912150" y="-393637"/>
            <a:chExt cx="2057000" cy="1816112"/>
          </a:xfrm>
        </p:grpSpPr>
        <p:sp>
          <p:nvSpPr>
            <p:cNvPr id="580" name="Google Shape;580;p17"/>
            <p:cNvSpPr/>
            <p:nvPr/>
          </p:nvSpPr>
          <p:spPr>
            <a:xfrm>
              <a:off x="-4604150" y="-280425"/>
              <a:ext cx="858750" cy="1117575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17"/>
            <p:cNvSpPr/>
            <p:nvPr/>
          </p:nvSpPr>
          <p:spPr>
            <a:xfrm>
              <a:off x="-3780300" y="-305525"/>
              <a:ext cx="62525" cy="57000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17"/>
            <p:cNvSpPr/>
            <p:nvPr/>
          </p:nvSpPr>
          <p:spPr>
            <a:xfrm>
              <a:off x="-4199050" y="281125"/>
              <a:ext cx="155150" cy="154850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17"/>
            <p:cNvSpPr/>
            <p:nvPr/>
          </p:nvSpPr>
          <p:spPr>
            <a:xfrm>
              <a:off x="-4514575" y="97000"/>
              <a:ext cx="740775" cy="896950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17"/>
            <p:cNvSpPr/>
            <p:nvPr/>
          </p:nvSpPr>
          <p:spPr>
            <a:xfrm>
              <a:off x="-3809300" y="72075"/>
              <a:ext cx="61400" cy="56825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17"/>
            <p:cNvSpPr/>
            <p:nvPr/>
          </p:nvSpPr>
          <p:spPr>
            <a:xfrm>
              <a:off x="-4203525" y="-330075"/>
              <a:ext cx="275400" cy="273925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17"/>
            <p:cNvSpPr/>
            <p:nvPr/>
          </p:nvSpPr>
          <p:spPr>
            <a:xfrm>
              <a:off x="-3964425" y="-355100"/>
              <a:ext cx="64750" cy="56950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17"/>
            <p:cNvSpPr/>
            <p:nvPr/>
          </p:nvSpPr>
          <p:spPr>
            <a:xfrm>
              <a:off x="-4230300" y="-88200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17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17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17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17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17"/>
            <p:cNvSpPr/>
            <p:nvPr/>
          </p:nvSpPr>
          <p:spPr>
            <a:xfrm>
              <a:off x="-3761575" y="553550"/>
              <a:ext cx="51025" cy="38375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17"/>
            <p:cNvSpPr/>
            <p:nvPr/>
          </p:nvSpPr>
          <p:spPr>
            <a:xfrm>
              <a:off x="-4478025" y="655725"/>
              <a:ext cx="666475" cy="651250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17"/>
            <p:cNvSpPr/>
            <p:nvPr/>
          </p:nvSpPr>
          <p:spPr>
            <a:xfrm>
              <a:off x="-4579025" y="1370700"/>
              <a:ext cx="46900" cy="38375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17"/>
            <p:cNvSpPr/>
            <p:nvPr/>
          </p:nvSpPr>
          <p:spPr>
            <a:xfrm>
              <a:off x="-4912150" y="393325"/>
              <a:ext cx="547675" cy="546850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7"/>
            <p:cNvSpPr/>
            <p:nvPr/>
          </p:nvSpPr>
          <p:spPr>
            <a:xfrm>
              <a:off x="-3508415" y="-393637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17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17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_1"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18"/>
          <p:cNvSpPr txBox="1">
            <a:spLocks noGrp="1"/>
          </p:cNvSpPr>
          <p:nvPr>
            <p:ph type="title"/>
          </p:nvPr>
        </p:nvSpPr>
        <p:spPr>
          <a:xfrm flipH="1"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01" name="Google Shape;601;p18"/>
          <p:cNvSpPr txBox="1">
            <a:spLocks noGrp="1"/>
          </p:cNvSpPr>
          <p:nvPr>
            <p:ph type="subTitle" idx="1"/>
          </p:nvPr>
        </p:nvSpPr>
        <p:spPr>
          <a:xfrm>
            <a:off x="1589125" y="2349175"/>
            <a:ext cx="2541000" cy="521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02" name="Google Shape;602;p18"/>
          <p:cNvSpPr txBox="1">
            <a:spLocks noGrp="1"/>
          </p:cNvSpPr>
          <p:nvPr>
            <p:ph type="subTitle" idx="2"/>
          </p:nvPr>
        </p:nvSpPr>
        <p:spPr>
          <a:xfrm>
            <a:off x="1589125" y="2011200"/>
            <a:ext cx="25410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03" name="Google Shape;603;p18"/>
          <p:cNvSpPr txBox="1">
            <a:spLocks noGrp="1"/>
          </p:cNvSpPr>
          <p:nvPr>
            <p:ph type="subTitle" idx="3"/>
          </p:nvPr>
        </p:nvSpPr>
        <p:spPr>
          <a:xfrm>
            <a:off x="5013850" y="2351975"/>
            <a:ext cx="2541000" cy="521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04" name="Google Shape;604;p18"/>
          <p:cNvSpPr txBox="1">
            <a:spLocks noGrp="1"/>
          </p:cNvSpPr>
          <p:nvPr>
            <p:ph type="subTitle" idx="4"/>
          </p:nvPr>
        </p:nvSpPr>
        <p:spPr>
          <a:xfrm>
            <a:off x="5013850" y="2014000"/>
            <a:ext cx="25410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05" name="Google Shape;605;p18"/>
          <p:cNvSpPr txBox="1">
            <a:spLocks noGrp="1"/>
          </p:cNvSpPr>
          <p:nvPr>
            <p:ph type="subTitle" idx="5"/>
          </p:nvPr>
        </p:nvSpPr>
        <p:spPr>
          <a:xfrm>
            <a:off x="1589125" y="3960125"/>
            <a:ext cx="2541000" cy="521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06" name="Google Shape;606;p18"/>
          <p:cNvSpPr txBox="1">
            <a:spLocks noGrp="1"/>
          </p:cNvSpPr>
          <p:nvPr>
            <p:ph type="subTitle" idx="6"/>
          </p:nvPr>
        </p:nvSpPr>
        <p:spPr>
          <a:xfrm>
            <a:off x="1589125" y="3622150"/>
            <a:ext cx="25410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07" name="Google Shape;607;p18"/>
          <p:cNvSpPr txBox="1">
            <a:spLocks noGrp="1"/>
          </p:cNvSpPr>
          <p:nvPr>
            <p:ph type="subTitle" idx="7"/>
          </p:nvPr>
        </p:nvSpPr>
        <p:spPr>
          <a:xfrm>
            <a:off x="5013850" y="3960098"/>
            <a:ext cx="2541000" cy="521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08" name="Google Shape;608;p18"/>
          <p:cNvSpPr txBox="1">
            <a:spLocks noGrp="1"/>
          </p:cNvSpPr>
          <p:nvPr>
            <p:ph type="subTitle" idx="8"/>
          </p:nvPr>
        </p:nvSpPr>
        <p:spPr>
          <a:xfrm>
            <a:off x="5013850" y="3622123"/>
            <a:ext cx="25410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609" name="Google Shape;609;p18"/>
          <p:cNvGrpSpPr/>
          <p:nvPr/>
        </p:nvGrpSpPr>
        <p:grpSpPr>
          <a:xfrm flipH="1">
            <a:off x="205972" y="3517863"/>
            <a:ext cx="873188" cy="546900"/>
            <a:chOff x="1115510" y="4327288"/>
            <a:chExt cx="873188" cy="546900"/>
          </a:xfrm>
        </p:grpSpPr>
        <p:sp>
          <p:nvSpPr>
            <p:cNvPr id="610" name="Google Shape;610;p18"/>
            <p:cNvSpPr/>
            <p:nvPr/>
          </p:nvSpPr>
          <p:spPr>
            <a:xfrm flipH="1">
              <a:off x="1115510" y="4327288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11" name="Google Shape;611;p18"/>
            <p:cNvGrpSpPr/>
            <p:nvPr/>
          </p:nvGrpSpPr>
          <p:grpSpPr>
            <a:xfrm flipH="1">
              <a:off x="1664772" y="4493938"/>
              <a:ext cx="323925" cy="323650"/>
              <a:chOff x="1608625" y="299800"/>
              <a:chExt cx="323925" cy="323650"/>
            </a:xfrm>
          </p:grpSpPr>
          <p:sp>
            <p:nvSpPr>
              <p:cNvPr id="612" name="Google Shape;612;p18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Google Shape;613;p18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18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5" name="Google Shape;615;p18"/>
          <p:cNvGrpSpPr/>
          <p:nvPr/>
        </p:nvGrpSpPr>
        <p:grpSpPr>
          <a:xfrm>
            <a:off x="-234937" y="-460907"/>
            <a:ext cx="1938846" cy="1720830"/>
            <a:chOff x="-1873362" y="2120543"/>
            <a:chExt cx="1938846" cy="1720830"/>
          </a:xfrm>
        </p:grpSpPr>
        <p:sp>
          <p:nvSpPr>
            <p:cNvPr id="616" name="Google Shape;616;p18"/>
            <p:cNvSpPr/>
            <p:nvPr/>
          </p:nvSpPr>
          <p:spPr>
            <a:xfrm>
              <a:off x="-1603307" y="2348270"/>
              <a:ext cx="752952" cy="979890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18"/>
            <p:cNvSpPr/>
            <p:nvPr/>
          </p:nvSpPr>
          <p:spPr>
            <a:xfrm>
              <a:off x="-880956" y="2326262"/>
              <a:ext cx="54822" cy="49978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18"/>
            <p:cNvSpPr/>
            <p:nvPr/>
          </p:nvSpPr>
          <p:spPr>
            <a:xfrm>
              <a:off x="-1248116" y="2840637"/>
              <a:ext cx="136036" cy="135772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18"/>
            <p:cNvSpPr/>
            <p:nvPr/>
          </p:nvSpPr>
          <p:spPr>
            <a:xfrm>
              <a:off x="-1524768" y="2679196"/>
              <a:ext cx="649512" cy="786446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18"/>
            <p:cNvSpPr/>
            <p:nvPr/>
          </p:nvSpPr>
          <p:spPr>
            <a:xfrm>
              <a:off x="-906383" y="2657342"/>
              <a:ext cx="53836" cy="49824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18"/>
            <p:cNvSpPr/>
            <p:nvPr/>
          </p:nvSpPr>
          <p:spPr>
            <a:xfrm>
              <a:off x="-1252039" y="2304737"/>
              <a:ext cx="241471" cy="240177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18"/>
            <p:cNvSpPr/>
            <p:nvPr/>
          </p:nvSpPr>
          <p:spPr>
            <a:xfrm>
              <a:off x="-1042397" y="2282795"/>
              <a:ext cx="56773" cy="49934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18"/>
            <p:cNvSpPr/>
            <p:nvPr/>
          </p:nvSpPr>
          <p:spPr>
            <a:xfrm>
              <a:off x="-1275516" y="2516813"/>
              <a:ext cx="54822" cy="49802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18"/>
            <p:cNvSpPr/>
            <p:nvPr/>
          </p:nvSpPr>
          <p:spPr>
            <a:xfrm>
              <a:off x="-1067824" y="3161765"/>
              <a:ext cx="659200" cy="657841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18"/>
            <p:cNvSpPr/>
            <p:nvPr/>
          </p:nvSpPr>
          <p:spPr>
            <a:xfrm>
              <a:off x="-676683" y="3289011"/>
              <a:ext cx="136014" cy="135772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18"/>
            <p:cNvSpPr/>
            <p:nvPr/>
          </p:nvSpPr>
          <p:spPr>
            <a:xfrm>
              <a:off x="-429382" y="3134825"/>
              <a:ext cx="53836" cy="50065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18"/>
            <p:cNvSpPr/>
            <p:nvPr/>
          </p:nvSpPr>
          <p:spPr>
            <a:xfrm>
              <a:off x="-1089349" y="3791702"/>
              <a:ext cx="49912" cy="49671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18"/>
            <p:cNvSpPr/>
            <p:nvPr/>
          </p:nvSpPr>
          <p:spPr>
            <a:xfrm>
              <a:off x="-864538" y="3079499"/>
              <a:ext cx="44739" cy="33647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18"/>
            <p:cNvSpPr/>
            <p:nvPr/>
          </p:nvSpPr>
          <p:spPr>
            <a:xfrm>
              <a:off x="-1492721" y="3169086"/>
              <a:ext cx="584365" cy="571016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18"/>
            <p:cNvSpPr/>
            <p:nvPr/>
          </p:nvSpPr>
          <p:spPr>
            <a:xfrm>
              <a:off x="-1581278" y="3795976"/>
              <a:ext cx="41122" cy="33647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18"/>
            <p:cNvSpPr/>
            <p:nvPr/>
          </p:nvSpPr>
          <p:spPr>
            <a:xfrm>
              <a:off x="-1873362" y="2939014"/>
              <a:ext cx="480201" cy="479478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18"/>
            <p:cNvSpPr/>
            <p:nvPr/>
          </p:nvSpPr>
          <p:spPr>
            <a:xfrm>
              <a:off x="-414717" y="2120543"/>
              <a:ext cx="480201" cy="47989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18"/>
            <p:cNvSpPr/>
            <p:nvPr/>
          </p:nvSpPr>
          <p:spPr>
            <a:xfrm>
              <a:off x="-287757" y="2820734"/>
              <a:ext cx="217972" cy="209731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18"/>
            <p:cNvSpPr/>
            <p:nvPr/>
          </p:nvSpPr>
          <p:spPr>
            <a:xfrm>
              <a:off x="-221208" y="2878778"/>
              <a:ext cx="93204" cy="93467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5" name="Google Shape;635;p18"/>
          <p:cNvGrpSpPr/>
          <p:nvPr/>
        </p:nvGrpSpPr>
        <p:grpSpPr>
          <a:xfrm>
            <a:off x="7932072" y="2686300"/>
            <a:ext cx="1929500" cy="2210100"/>
            <a:chOff x="295725" y="-3462825"/>
            <a:chExt cx="1929500" cy="2210100"/>
          </a:xfrm>
        </p:grpSpPr>
        <p:sp>
          <p:nvSpPr>
            <p:cNvPr id="636" name="Google Shape;636;p18"/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18"/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18"/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18"/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18"/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18"/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18"/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18"/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18"/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18"/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18"/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18"/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18"/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18"/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18"/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18"/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18"/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18"/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18"/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18"/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18"/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18"/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18"/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18"/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18"/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5_1_1"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19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63" name="Google Shape;663;p19"/>
          <p:cNvSpPr txBox="1">
            <a:spLocks noGrp="1"/>
          </p:cNvSpPr>
          <p:nvPr>
            <p:ph type="subTitle" idx="1"/>
          </p:nvPr>
        </p:nvSpPr>
        <p:spPr>
          <a:xfrm>
            <a:off x="785913" y="2088550"/>
            <a:ext cx="2287800" cy="762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64" name="Google Shape;664;p19"/>
          <p:cNvSpPr txBox="1">
            <a:spLocks noGrp="1"/>
          </p:cNvSpPr>
          <p:nvPr>
            <p:ph type="subTitle" idx="2"/>
          </p:nvPr>
        </p:nvSpPr>
        <p:spPr>
          <a:xfrm>
            <a:off x="785913" y="1717600"/>
            <a:ext cx="22878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65" name="Google Shape;665;p19"/>
          <p:cNvSpPr txBox="1">
            <a:spLocks noGrp="1"/>
          </p:cNvSpPr>
          <p:nvPr>
            <p:ph type="subTitle" idx="3"/>
          </p:nvPr>
        </p:nvSpPr>
        <p:spPr>
          <a:xfrm>
            <a:off x="3428113" y="2088550"/>
            <a:ext cx="2287800" cy="762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66" name="Google Shape;666;p19"/>
          <p:cNvSpPr txBox="1">
            <a:spLocks noGrp="1"/>
          </p:cNvSpPr>
          <p:nvPr>
            <p:ph type="subTitle" idx="4"/>
          </p:nvPr>
        </p:nvSpPr>
        <p:spPr>
          <a:xfrm>
            <a:off x="3428100" y="1717600"/>
            <a:ext cx="22878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67" name="Google Shape;667;p19"/>
          <p:cNvSpPr txBox="1">
            <a:spLocks noGrp="1"/>
          </p:cNvSpPr>
          <p:nvPr>
            <p:ph type="subTitle" idx="5"/>
          </p:nvPr>
        </p:nvSpPr>
        <p:spPr>
          <a:xfrm>
            <a:off x="6070288" y="2088550"/>
            <a:ext cx="2287800" cy="762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68" name="Google Shape;668;p19"/>
          <p:cNvSpPr txBox="1">
            <a:spLocks noGrp="1"/>
          </p:cNvSpPr>
          <p:nvPr>
            <p:ph type="subTitle" idx="6"/>
          </p:nvPr>
        </p:nvSpPr>
        <p:spPr>
          <a:xfrm>
            <a:off x="6070288" y="1717600"/>
            <a:ext cx="22878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69" name="Google Shape;669;p19"/>
          <p:cNvSpPr txBox="1">
            <a:spLocks noGrp="1"/>
          </p:cNvSpPr>
          <p:nvPr>
            <p:ph type="subTitle" idx="7"/>
          </p:nvPr>
        </p:nvSpPr>
        <p:spPr>
          <a:xfrm>
            <a:off x="785913" y="3824650"/>
            <a:ext cx="2287800" cy="762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70" name="Google Shape;670;p19"/>
          <p:cNvSpPr txBox="1">
            <a:spLocks noGrp="1"/>
          </p:cNvSpPr>
          <p:nvPr>
            <p:ph type="subTitle" idx="8"/>
          </p:nvPr>
        </p:nvSpPr>
        <p:spPr>
          <a:xfrm>
            <a:off x="785913" y="3453700"/>
            <a:ext cx="22878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71" name="Google Shape;671;p19"/>
          <p:cNvSpPr txBox="1">
            <a:spLocks noGrp="1"/>
          </p:cNvSpPr>
          <p:nvPr>
            <p:ph type="subTitle" idx="9"/>
          </p:nvPr>
        </p:nvSpPr>
        <p:spPr>
          <a:xfrm>
            <a:off x="3428113" y="3824650"/>
            <a:ext cx="2287800" cy="762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72" name="Google Shape;672;p19"/>
          <p:cNvSpPr txBox="1">
            <a:spLocks noGrp="1"/>
          </p:cNvSpPr>
          <p:nvPr>
            <p:ph type="subTitle" idx="13"/>
          </p:nvPr>
        </p:nvSpPr>
        <p:spPr>
          <a:xfrm>
            <a:off x="3428100" y="3453700"/>
            <a:ext cx="22878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73" name="Google Shape;673;p19"/>
          <p:cNvSpPr txBox="1">
            <a:spLocks noGrp="1"/>
          </p:cNvSpPr>
          <p:nvPr>
            <p:ph type="subTitle" idx="14"/>
          </p:nvPr>
        </p:nvSpPr>
        <p:spPr>
          <a:xfrm>
            <a:off x="6070288" y="3824650"/>
            <a:ext cx="2287800" cy="762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74" name="Google Shape;674;p19"/>
          <p:cNvSpPr txBox="1">
            <a:spLocks noGrp="1"/>
          </p:cNvSpPr>
          <p:nvPr>
            <p:ph type="subTitle" idx="15"/>
          </p:nvPr>
        </p:nvSpPr>
        <p:spPr>
          <a:xfrm>
            <a:off x="6070288" y="3453700"/>
            <a:ext cx="22878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675" name="Google Shape;675;p19"/>
          <p:cNvGrpSpPr/>
          <p:nvPr/>
        </p:nvGrpSpPr>
        <p:grpSpPr>
          <a:xfrm>
            <a:off x="8352588" y="816213"/>
            <a:ext cx="1040638" cy="901375"/>
            <a:chOff x="8457538" y="810363"/>
            <a:chExt cx="1040638" cy="901375"/>
          </a:xfrm>
        </p:grpSpPr>
        <p:grpSp>
          <p:nvGrpSpPr>
            <p:cNvPr id="676" name="Google Shape;676;p19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677" name="Google Shape;677;p19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Google Shape;678;p19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9" name="Google Shape;679;p19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680" name="Google Shape;680;p19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19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19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83" name="Google Shape;683;p19"/>
          <p:cNvGrpSpPr/>
          <p:nvPr/>
        </p:nvGrpSpPr>
        <p:grpSpPr>
          <a:xfrm>
            <a:off x="4841575" y="4619788"/>
            <a:ext cx="1040638" cy="901375"/>
            <a:chOff x="8457538" y="810363"/>
            <a:chExt cx="1040638" cy="901375"/>
          </a:xfrm>
        </p:grpSpPr>
        <p:grpSp>
          <p:nvGrpSpPr>
            <p:cNvPr id="684" name="Google Shape;684;p19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685" name="Google Shape;685;p19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686;p19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87" name="Google Shape;687;p19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688" name="Google Shape;688;p19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Google Shape;689;p19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690;p19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91" name="Google Shape;691;p19"/>
          <p:cNvGrpSpPr/>
          <p:nvPr/>
        </p:nvGrpSpPr>
        <p:grpSpPr>
          <a:xfrm>
            <a:off x="8352591" y="196800"/>
            <a:ext cx="713803" cy="706547"/>
            <a:chOff x="-4017975" y="616650"/>
            <a:chExt cx="814100" cy="805825"/>
          </a:xfrm>
        </p:grpSpPr>
        <p:sp>
          <p:nvSpPr>
            <p:cNvPr id="692" name="Google Shape;692;p19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9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19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19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6" name="Google Shape;696;p19"/>
          <p:cNvGrpSpPr/>
          <p:nvPr/>
        </p:nvGrpSpPr>
        <p:grpSpPr>
          <a:xfrm rot="10800000">
            <a:off x="-728606" y="92693"/>
            <a:ext cx="1803578" cy="1592367"/>
            <a:chOff x="-4912150" y="-393637"/>
            <a:chExt cx="2057000" cy="1816112"/>
          </a:xfrm>
        </p:grpSpPr>
        <p:sp>
          <p:nvSpPr>
            <p:cNvPr id="697" name="Google Shape;697;p19"/>
            <p:cNvSpPr/>
            <p:nvPr/>
          </p:nvSpPr>
          <p:spPr>
            <a:xfrm>
              <a:off x="-4604150" y="-280425"/>
              <a:ext cx="858750" cy="1117575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9"/>
            <p:cNvSpPr/>
            <p:nvPr/>
          </p:nvSpPr>
          <p:spPr>
            <a:xfrm>
              <a:off x="-3780300" y="-305525"/>
              <a:ext cx="62525" cy="57000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9"/>
            <p:cNvSpPr/>
            <p:nvPr/>
          </p:nvSpPr>
          <p:spPr>
            <a:xfrm>
              <a:off x="-4199050" y="281125"/>
              <a:ext cx="155150" cy="154850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9"/>
            <p:cNvSpPr/>
            <p:nvPr/>
          </p:nvSpPr>
          <p:spPr>
            <a:xfrm>
              <a:off x="-4514575" y="97000"/>
              <a:ext cx="740775" cy="896950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9"/>
            <p:cNvSpPr/>
            <p:nvPr/>
          </p:nvSpPr>
          <p:spPr>
            <a:xfrm>
              <a:off x="-3809300" y="72075"/>
              <a:ext cx="61400" cy="56825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19"/>
            <p:cNvSpPr/>
            <p:nvPr/>
          </p:nvSpPr>
          <p:spPr>
            <a:xfrm>
              <a:off x="-4203525" y="-330075"/>
              <a:ext cx="275400" cy="273925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19"/>
            <p:cNvSpPr/>
            <p:nvPr/>
          </p:nvSpPr>
          <p:spPr>
            <a:xfrm>
              <a:off x="-3964425" y="-355100"/>
              <a:ext cx="64750" cy="56950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9"/>
            <p:cNvSpPr/>
            <p:nvPr/>
          </p:nvSpPr>
          <p:spPr>
            <a:xfrm>
              <a:off x="-4230300" y="-88200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9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9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19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19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19"/>
            <p:cNvSpPr/>
            <p:nvPr/>
          </p:nvSpPr>
          <p:spPr>
            <a:xfrm>
              <a:off x="-3761575" y="553550"/>
              <a:ext cx="51025" cy="38375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19"/>
            <p:cNvSpPr/>
            <p:nvPr/>
          </p:nvSpPr>
          <p:spPr>
            <a:xfrm>
              <a:off x="-4478025" y="655725"/>
              <a:ext cx="666475" cy="651250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19"/>
            <p:cNvSpPr/>
            <p:nvPr/>
          </p:nvSpPr>
          <p:spPr>
            <a:xfrm>
              <a:off x="-4579025" y="1370700"/>
              <a:ext cx="46900" cy="38375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19"/>
            <p:cNvSpPr/>
            <p:nvPr/>
          </p:nvSpPr>
          <p:spPr>
            <a:xfrm>
              <a:off x="-4912150" y="393325"/>
              <a:ext cx="547675" cy="546850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19"/>
            <p:cNvSpPr/>
            <p:nvPr/>
          </p:nvSpPr>
          <p:spPr>
            <a:xfrm>
              <a:off x="-3508415" y="-393637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19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19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6"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20"/>
          <p:cNvSpPr txBox="1">
            <a:spLocks noGrp="1"/>
          </p:cNvSpPr>
          <p:nvPr>
            <p:ph type="title" hasCustomPrompt="1"/>
          </p:nvPr>
        </p:nvSpPr>
        <p:spPr>
          <a:xfrm>
            <a:off x="1862850" y="556250"/>
            <a:ext cx="5418300" cy="636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8" name="Google Shape;718;p20"/>
          <p:cNvSpPr txBox="1">
            <a:spLocks noGrp="1"/>
          </p:cNvSpPr>
          <p:nvPr>
            <p:ph type="subTitle" idx="1"/>
          </p:nvPr>
        </p:nvSpPr>
        <p:spPr>
          <a:xfrm>
            <a:off x="1862850" y="1192550"/>
            <a:ext cx="5418300" cy="293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19" name="Google Shape;719;p20"/>
          <p:cNvSpPr txBox="1">
            <a:spLocks noGrp="1"/>
          </p:cNvSpPr>
          <p:nvPr>
            <p:ph type="title" idx="2" hasCustomPrompt="1"/>
          </p:nvPr>
        </p:nvSpPr>
        <p:spPr>
          <a:xfrm>
            <a:off x="1862850" y="2106900"/>
            <a:ext cx="5418300" cy="636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20" name="Google Shape;720;p20"/>
          <p:cNvSpPr txBox="1">
            <a:spLocks noGrp="1"/>
          </p:cNvSpPr>
          <p:nvPr>
            <p:ph type="subTitle" idx="3"/>
          </p:nvPr>
        </p:nvSpPr>
        <p:spPr>
          <a:xfrm>
            <a:off x="1862850" y="2743200"/>
            <a:ext cx="5418300" cy="293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21" name="Google Shape;721;p20"/>
          <p:cNvSpPr txBox="1">
            <a:spLocks noGrp="1"/>
          </p:cNvSpPr>
          <p:nvPr>
            <p:ph type="title" idx="4" hasCustomPrompt="1"/>
          </p:nvPr>
        </p:nvSpPr>
        <p:spPr>
          <a:xfrm>
            <a:off x="1862850" y="3657550"/>
            <a:ext cx="5418300" cy="636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22" name="Google Shape;722;p20"/>
          <p:cNvSpPr txBox="1">
            <a:spLocks noGrp="1"/>
          </p:cNvSpPr>
          <p:nvPr>
            <p:ph type="subTitle" idx="5"/>
          </p:nvPr>
        </p:nvSpPr>
        <p:spPr>
          <a:xfrm>
            <a:off x="1862850" y="4293850"/>
            <a:ext cx="5418300" cy="293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723" name="Google Shape;723;p20"/>
          <p:cNvGrpSpPr/>
          <p:nvPr/>
        </p:nvGrpSpPr>
        <p:grpSpPr>
          <a:xfrm flipH="1">
            <a:off x="7051226" y="-890069"/>
            <a:ext cx="1938846" cy="1720830"/>
            <a:chOff x="-1873362" y="2120543"/>
            <a:chExt cx="1938846" cy="1720830"/>
          </a:xfrm>
        </p:grpSpPr>
        <p:sp>
          <p:nvSpPr>
            <p:cNvPr id="724" name="Google Shape;724;p20"/>
            <p:cNvSpPr/>
            <p:nvPr/>
          </p:nvSpPr>
          <p:spPr>
            <a:xfrm>
              <a:off x="-1603307" y="2348270"/>
              <a:ext cx="752952" cy="979890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0"/>
            <p:cNvSpPr/>
            <p:nvPr/>
          </p:nvSpPr>
          <p:spPr>
            <a:xfrm>
              <a:off x="-880956" y="2326262"/>
              <a:ext cx="54822" cy="49978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0"/>
            <p:cNvSpPr/>
            <p:nvPr/>
          </p:nvSpPr>
          <p:spPr>
            <a:xfrm>
              <a:off x="-1248116" y="2840637"/>
              <a:ext cx="136036" cy="135772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0"/>
            <p:cNvSpPr/>
            <p:nvPr/>
          </p:nvSpPr>
          <p:spPr>
            <a:xfrm>
              <a:off x="-1524768" y="2679196"/>
              <a:ext cx="649512" cy="786446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0"/>
            <p:cNvSpPr/>
            <p:nvPr/>
          </p:nvSpPr>
          <p:spPr>
            <a:xfrm>
              <a:off x="-906383" y="2657342"/>
              <a:ext cx="53836" cy="49824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0"/>
            <p:cNvSpPr/>
            <p:nvPr/>
          </p:nvSpPr>
          <p:spPr>
            <a:xfrm>
              <a:off x="-1252039" y="2304737"/>
              <a:ext cx="241471" cy="240177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0"/>
            <p:cNvSpPr/>
            <p:nvPr/>
          </p:nvSpPr>
          <p:spPr>
            <a:xfrm>
              <a:off x="-1042397" y="2282795"/>
              <a:ext cx="56773" cy="49934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0"/>
            <p:cNvSpPr/>
            <p:nvPr/>
          </p:nvSpPr>
          <p:spPr>
            <a:xfrm>
              <a:off x="-1275516" y="2516813"/>
              <a:ext cx="54822" cy="49802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0"/>
            <p:cNvSpPr/>
            <p:nvPr/>
          </p:nvSpPr>
          <p:spPr>
            <a:xfrm>
              <a:off x="-1067824" y="3161765"/>
              <a:ext cx="659200" cy="657841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0"/>
            <p:cNvSpPr/>
            <p:nvPr/>
          </p:nvSpPr>
          <p:spPr>
            <a:xfrm>
              <a:off x="-676683" y="3289011"/>
              <a:ext cx="136014" cy="135772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0"/>
            <p:cNvSpPr/>
            <p:nvPr/>
          </p:nvSpPr>
          <p:spPr>
            <a:xfrm>
              <a:off x="-429382" y="3134825"/>
              <a:ext cx="53836" cy="50065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20"/>
            <p:cNvSpPr/>
            <p:nvPr/>
          </p:nvSpPr>
          <p:spPr>
            <a:xfrm>
              <a:off x="-1089349" y="3791702"/>
              <a:ext cx="49912" cy="49671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0"/>
            <p:cNvSpPr/>
            <p:nvPr/>
          </p:nvSpPr>
          <p:spPr>
            <a:xfrm>
              <a:off x="-864538" y="3079499"/>
              <a:ext cx="44739" cy="33647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0"/>
            <p:cNvSpPr/>
            <p:nvPr/>
          </p:nvSpPr>
          <p:spPr>
            <a:xfrm>
              <a:off x="-1492721" y="3169086"/>
              <a:ext cx="584365" cy="571016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0"/>
            <p:cNvSpPr/>
            <p:nvPr/>
          </p:nvSpPr>
          <p:spPr>
            <a:xfrm>
              <a:off x="-1581278" y="3795976"/>
              <a:ext cx="41122" cy="33647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20"/>
            <p:cNvSpPr/>
            <p:nvPr/>
          </p:nvSpPr>
          <p:spPr>
            <a:xfrm>
              <a:off x="-1873362" y="2939014"/>
              <a:ext cx="480201" cy="479478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20"/>
            <p:cNvSpPr/>
            <p:nvPr/>
          </p:nvSpPr>
          <p:spPr>
            <a:xfrm>
              <a:off x="-414717" y="2120543"/>
              <a:ext cx="480201" cy="47989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20"/>
            <p:cNvSpPr/>
            <p:nvPr/>
          </p:nvSpPr>
          <p:spPr>
            <a:xfrm>
              <a:off x="-287757" y="2820734"/>
              <a:ext cx="217972" cy="209731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20"/>
            <p:cNvSpPr/>
            <p:nvPr/>
          </p:nvSpPr>
          <p:spPr>
            <a:xfrm>
              <a:off x="-221208" y="2878778"/>
              <a:ext cx="93204" cy="93467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3" name="Google Shape;743;p20"/>
          <p:cNvGrpSpPr/>
          <p:nvPr/>
        </p:nvGrpSpPr>
        <p:grpSpPr>
          <a:xfrm flipH="1">
            <a:off x="-693003" y="-88512"/>
            <a:ext cx="1516025" cy="1489525"/>
            <a:chOff x="-3888525" y="-3012325"/>
            <a:chExt cx="1516025" cy="1489525"/>
          </a:xfrm>
        </p:grpSpPr>
        <p:sp>
          <p:nvSpPr>
            <p:cNvPr id="744" name="Google Shape;744;p20"/>
            <p:cNvSpPr/>
            <p:nvPr/>
          </p:nvSpPr>
          <p:spPr>
            <a:xfrm>
              <a:off x="-3076125" y="-3012325"/>
              <a:ext cx="38525" cy="38250"/>
            </a:xfrm>
            <a:custGeom>
              <a:avLst/>
              <a:gdLst/>
              <a:ahLst/>
              <a:cxnLst/>
              <a:rect l="l" t="t" r="r" b="b"/>
              <a:pathLst>
                <a:path w="1541" h="1530" extrusionOk="0">
                  <a:moveTo>
                    <a:pt x="779" y="1"/>
                  </a:moveTo>
                  <a:cubicBezTo>
                    <a:pt x="679" y="1"/>
                    <a:pt x="577" y="19"/>
                    <a:pt x="480" y="56"/>
                  </a:cubicBezTo>
                  <a:cubicBezTo>
                    <a:pt x="436" y="79"/>
                    <a:pt x="391" y="101"/>
                    <a:pt x="346" y="134"/>
                  </a:cubicBezTo>
                  <a:cubicBezTo>
                    <a:pt x="302" y="157"/>
                    <a:pt x="268" y="190"/>
                    <a:pt x="224" y="224"/>
                  </a:cubicBezTo>
                  <a:cubicBezTo>
                    <a:pt x="190" y="257"/>
                    <a:pt x="157" y="302"/>
                    <a:pt x="134" y="346"/>
                  </a:cubicBezTo>
                  <a:cubicBezTo>
                    <a:pt x="101" y="380"/>
                    <a:pt x="79" y="425"/>
                    <a:pt x="56" y="480"/>
                  </a:cubicBezTo>
                  <a:cubicBezTo>
                    <a:pt x="45" y="525"/>
                    <a:pt x="34" y="570"/>
                    <a:pt x="23" y="614"/>
                  </a:cubicBezTo>
                  <a:cubicBezTo>
                    <a:pt x="12" y="659"/>
                    <a:pt x="0" y="715"/>
                    <a:pt x="0" y="771"/>
                  </a:cubicBezTo>
                  <a:cubicBezTo>
                    <a:pt x="0" y="971"/>
                    <a:pt x="90" y="1161"/>
                    <a:pt x="224" y="1306"/>
                  </a:cubicBezTo>
                  <a:cubicBezTo>
                    <a:pt x="268" y="1340"/>
                    <a:pt x="302" y="1373"/>
                    <a:pt x="346" y="1407"/>
                  </a:cubicBezTo>
                  <a:cubicBezTo>
                    <a:pt x="391" y="1429"/>
                    <a:pt x="436" y="1451"/>
                    <a:pt x="480" y="1474"/>
                  </a:cubicBezTo>
                  <a:cubicBezTo>
                    <a:pt x="525" y="1496"/>
                    <a:pt x="570" y="1507"/>
                    <a:pt x="625" y="1518"/>
                  </a:cubicBezTo>
                  <a:cubicBezTo>
                    <a:pt x="670" y="1529"/>
                    <a:pt x="726" y="1529"/>
                    <a:pt x="770" y="1529"/>
                  </a:cubicBezTo>
                  <a:lnTo>
                    <a:pt x="782" y="1529"/>
                  </a:lnTo>
                  <a:cubicBezTo>
                    <a:pt x="1206" y="1529"/>
                    <a:pt x="1540" y="1183"/>
                    <a:pt x="1540" y="771"/>
                  </a:cubicBezTo>
                  <a:cubicBezTo>
                    <a:pt x="1540" y="715"/>
                    <a:pt x="1540" y="659"/>
                    <a:pt x="1529" y="614"/>
                  </a:cubicBezTo>
                  <a:cubicBezTo>
                    <a:pt x="1518" y="570"/>
                    <a:pt x="1507" y="525"/>
                    <a:pt x="1485" y="480"/>
                  </a:cubicBezTo>
                  <a:cubicBezTo>
                    <a:pt x="1462" y="425"/>
                    <a:pt x="1440" y="380"/>
                    <a:pt x="1418" y="346"/>
                  </a:cubicBezTo>
                  <a:cubicBezTo>
                    <a:pt x="1384" y="302"/>
                    <a:pt x="1351" y="257"/>
                    <a:pt x="1317" y="224"/>
                  </a:cubicBezTo>
                  <a:cubicBezTo>
                    <a:pt x="1176" y="75"/>
                    <a:pt x="980" y="1"/>
                    <a:pt x="7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0"/>
            <p:cNvSpPr/>
            <p:nvPr/>
          </p:nvSpPr>
          <p:spPr>
            <a:xfrm>
              <a:off x="-3648325" y="-2918425"/>
              <a:ext cx="523950" cy="509300"/>
            </a:xfrm>
            <a:custGeom>
              <a:avLst/>
              <a:gdLst/>
              <a:ahLst/>
              <a:cxnLst/>
              <a:rect l="l" t="t" r="r" b="b"/>
              <a:pathLst>
                <a:path w="20958" h="20372" extrusionOk="0">
                  <a:moveTo>
                    <a:pt x="19910" y="1"/>
                  </a:moveTo>
                  <a:cubicBezTo>
                    <a:pt x="19813" y="1"/>
                    <a:pt x="19712" y="19"/>
                    <a:pt x="19608" y="61"/>
                  </a:cubicBezTo>
                  <a:cubicBezTo>
                    <a:pt x="18839" y="384"/>
                    <a:pt x="19060" y="1540"/>
                    <a:pt x="19903" y="1545"/>
                  </a:cubicBezTo>
                  <a:lnTo>
                    <a:pt x="19903" y="1545"/>
                  </a:lnTo>
                  <a:cubicBezTo>
                    <a:pt x="20102" y="1544"/>
                    <a:pt x="20301" y="1466"/>
                    <a:pt x="20445" y="1311"/>
                  </a:cubicBezTo>
                  <a:cubicBezTo>
                    <a:pt x="20957" y="798"/>
                    <a:pt x="20539" y="1"/>
                    <a:pt x="19910" y="1"/>
                  </a:cubicBezTo>
                  <a:close/>
                  <a:moveTo>
                    <a:pt x="19903" y="1545"/>
                  </a:moveTo>
                  <a:cubicBezTo>
                    <a:pt x="19901" y="1545"/>
                    <a:pt x="19900" y="1545"/>
                    <a:pt x="19898" y="1545"/>
                  </a:cubicBezTo>
                  <a:lnTo>
                    <a:pt x="19909" y="1545"/>
                  </a:lnTo>
                  <a:cubicBezTo>
                    <a:pt x="19907" y="1545"/>
                    <a:pt x="19905" y="1545"/>
                    <a:pt x="19903" y="1545"/>
                  </a:cubicBezTo>
                  <a:close/>
                  <a:moveTo>
                    <a:pt x="16154" y="3769"/>
                  </a:moveTo>
                  <a:cubicBezTo>
                    <a:pt x="16056" y="3769"/>
                    <a:pt x="15952" y="3789"/>
                    <a:pt x="15847" y="3833"/>
                  </a:cubicBezTo>
                  <a:cubicBezTo>
                    <a:pt x="15067" y="4156"/>
                    <a:pt x="15299" y="5301"/>
                    <a:pt x="16131" y="5306"/>
                  </a:cubicBezTo>
                  <a:lnTo>
                    <a:pt x="16131" y="5306"/>
                  </a:lnTo>
                  <a:cubicBezTo>
                    <a:pt x="16341" y="5305"/>
                    <a:pt x="16540" y="5227"/>
                    <a:pt x="16684" y="5083"/>
                  </a:cubicBezTo>
                  <a:cubicBezTo>
                    <a:pt x="17194" y="4563"/>
                    <a:pt x="16774" y="3769"/>
                    <a:pt x="16154" y="3769"/>
                  </a:cubicBezTo>
                  <a:close/>
                  <a:moveTo>
                    <a:pt x="16131" y="5306"/>
                  </a:moveTo>
                  <a:cubicBezTo>
                    <a:pt x="16129" y="5306"/>
                    <a:pt x="16128" y="5306"/>
                    <a:pt x="16126" y="5306"/>
                  </a:cubicBezTo>
                  <a:lnTo>
                    <a:pt x="16137" y="5306"/>
                  </a:lnTo>
                  <a:cubicBezTo>
                    <a:pt x="16135" y="5306"/>
                    <a:pt x="16133" y="5306"/>
                    <a:pt x="16131" y="5306"/>
                  </a:cubicBezTo>
                  <a:close/>
                  <a:moveTo>
                    <a:pt x="12383" y="7530"/>
                  </a:moveTo>
                  <a:cubicBezTo>
                    <a:pt x="12285" y="7530"/>
                    <a:pt x="12181" y="7550"/>
                    <a:pt x="12075" y="7594"/>
                  </a:cubicBezTo>
                  <a:cubicBezTo>
                    <a:pt x="11307" y="7917"/>
                    <a:pt x="11527" y="9073"/>
                    <a:pt x="12370" y="9078"/>
                  </a:cubicBezTo>
                  <a:lnTo>
                    <a:pt x="12370" y="9078"/>
                  </a:lnTo>
                  <a:cubicBezTo>
                    <a:pt x="12569" y="9077"/>
                    <a:pt x="12768" y="8998"/>
                    <a:pt x="12912" y="8844"/>
                  </a:cubicBezTo>
                  <a:cubicBezTo>
                    <a:pt x="13423" y="8333"/>
                    <a:pt x="13009" y="7530"/>
                    <a:pt x="12383" y="7530"/>
                  </a:cubicBezTo>
                  <a:close/>
                  <a:moveTo>
                    <a:pt x="12370" y="9078"/>
                  </a:moveTo>
                  <a:cubicBezTo>
                    <a:pt x="12369" y="9078"/>
                    <a:pt x="12367" y="9078"/>
                    <a:pt x="12365" y="9078"/>
                  </a:cubicBezTo>
                  <a:lnTo>
                    <a:pt x="12376" y="9078"/>
                  </a:lnTo>
                  <a:cubicBezTo>
                    <a:pt x="12374" y="9078"/>
                    <a:pt x="12372" y="9078"/>
                    <a:pt x="12370" y="9078"/>
                  </a:cubicBezTo>
                  <a:close/>
                  <a:moveTo>
                    <a:pt x="8596" y="11293"/>
                  </a:moveTo>
                  <a:cubicBezTo>
                    <a:pt x="8415" y="11293"/>
                    <a:pt x="8227" y="11364"/>
                    <a:pt x="8058" y="11533"/>
                  </a:cubicBezTo>
                  <a:cubicBezTo>
                    <a:pt x="7578" y="12013"/>
                    <a:pt x="7924" y="12839"/>
                    <a:pt x="8604" y="12839"/>
                  </a:cubicBezTo>
                  <a:cubicBezTo>
                    <a:pt x="8805" y="12839"/>
                    <a:pt x="9006" y="12761"/>
                    <a:pt x="9151" y="12615"/>
                  </a:cubicBezTo>
                  <a:cubicBezTo>
                    <a:pt x="9699" y="12059"/>
                    <a:pt x="9190" y="11293"/>
                    <a:pt x="8596" y="11293"/>
                  </a:cubicBezTo>
                  <a:close/>
                  <a:moveTo>
                    <a:pt x="4844" y="15041"/>
                  </a:moveTo>
                  <a:cubicBezTo>
                    <a:pt x="4659" y="15041"/>
                    <a:pt x="4467" y="15116"/>
                    <a:pt x="4297" y="15294"/>
                  </a:cubicBezTo>
                  <a:cubicBezTo>
                    <a:pt x="3817" y="15785"/>
                    <a:pt x="4152" y="16611"/>
                    <a:pt x="4844" y="16611"/>
                  </a:cubicBezTo>
                  <a:cubicBezTo>
                    <a:pt x="5044" y="16611"/>
                    <a:pt x="5234" y="16521"/>
                    <a:pt x="5379" y="16376"/>
                  </a:cubicBezTo>
                  <a:cubicBezTo>
                    <a:pt x="5968" y="15830"/>
                    <a:pt x="5447" y="15041"/>
                    <a:pt x="4844" y="15041"/>
                  </a:cubicBezTo>
                  <a:close/>
                  <a:moveTo>
                    <a:pt x="1086" y="18834"/>
                  </a:moveTo>
                  <a:cubicBezTo>
                    <a:pt x="989" y="18834"/>
                    <a:pt x="886" y="18854"/>
                    <a:pt x="782" y="18898"/>
                  </a:cubicBezTo>
                  <a:cubicBezTo>
                    <a:pt x="0" y="19222"/>
                    <a:pt x="235" y="20371"/>
                    <a:pt x="1072" y="20371"/>
                  </a:cubicBezTo>
                  <a:cubicBezTo>
                    <a:pt x="1273" y="20371"/>
                    <a:pt x="1473" y="20293"/>
                    <a:pt x="1618" y="20148"/>
                  </a:cubicBezTo>
                  <a:cubicBezTo>
                    <a:pt x="2130" y="19637"/>
                    <a:pt x="1707" y="18834"/>
                    <a:pt x="1086" y="188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20"/>
            <p:cNvSpPr/>
            <p:nvPr/>
          </p:nvSpPr>
          <p:spPr>
            <a:xfrm>
              <a:off x="-3742350" y="-2353475"/>
              <a:ext cx="53025" cy="38650"/>
            </a:xfrm>
            <a:custGeom>
              <a:avLst/>
              <a:gdLst/>
              <a:ahLst/>
              <a:cxnLst/>
              <a:rect l="l" t="t" r="r" b="b"/>
              <a:pathLst>
                <a:path w="2121" h="1546" extrusionOk="0">
                  <a:moveTo>
                    <a:pt x="1073" y="1"/>
                  </a:moveTo>
                  <a:cubicBezTo>
                    <a:pt x="976" y="1"/>
                    <a:pt x="875" y="19"/>
                    <a:pt x="771" y="61"/>
                  </a:cubicBezTo>
                  <a:cubicBezTo>
                    <a:pt x="1" y="385"/>
                    <a:pt x="224" y="1545"/>
                    <a:pt x="1072" y="1545"/>
                  </a:cubicBezTo>
                  <a:cubicBezTo>
                    <a:pt x="1273" y="1545"/>
                    <a:pt x="1462" y="1456"/>
                    <a:pt x="1608" y="1322"/>
                  </a:cubicBezTo>
                  <a:cubicBezTo>
                    <a:pt x="2120" y="800"/>
                    <a:pt x="1702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20"/>
            <p:cNvSpPr/>
            <p:nvPr/>
          </p:nvSpPr>
          <p:spPr>
            <a:xfrm>
              <a:off x="-3719475" y="-2483300"/>
              <a:ext cx="547675" cy="547050"/>
            </a:xfrm>
            <a:custGeom>
              <a:avLst/>
              <a:gdLst/>
              <a:ahLst/>
              <a:cxnLst/>
              <a:rect l="l" t="t" r="r" b="b"/>
              <a:pathLst>
                <a:path w="21907" h="21882" extrusionOk="0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20"/>
            <p:cNvSpPr/>
            <p:nvPr/>
          </p:nvSpPr>
          <p:spPr>
            <a:xfrm>
              <a:off x="-3888525" y="-2128825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20"/>
            <p:cNvSpPr/>
            <p:nvPr/>
          </p:nvSpPr>
          <p:spPr>
            <a:xfrm>
              <a:off x="-3626300" y="-1680825"/>
              <a:ext cx="184175" cy="158025"/>
            </a:xfrm>
            <a:custGeom>
              <a:avLst/>
              <a:gdLst/>
              <a:ahLst/>
              <a:cxnLst/>
              <a:rect l="l" t="t" r="r" b="b"/>
              <a:pathLst>
                <a:path w="7367" h="6321" extrusionOk="0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0"/>
            <p:cNvSpPr/>
            <p:nvPr/>
          </p:nvSpPr>
          <p:spPr>
            <a:xfrm>
              <a:off x="-3559050" y="-1636200"/>
              <a:ext cx="76175" cy="68900"/>
            </a:xfrm>
            <a:custGeom>
              <a:avLst/>
              <a:gdLst/>
              <a:ahLst/>
              <a:cxnLst/>
              <a:rect l="l" t="t" r="r" b="b"/>
              <a:pathLst>
                <a:path w="3047" h="2756" extrusionOk="0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0"/>
            <p:cNvSpPr/>
            <p:nvPr/>
          </p:nvSpPr>
          <p:spPr>
            <a:xfrm>
              <a:off x="-3151175" y="-2605875"/>
              <a:ext cx="752125" cy="750250"/>
            </a:xfrm>
            <a:custGeom>
              <a:avLst/>
              <a:gdLst/>
              <a:ahLst/>
              <a:cxnLst/>
              <a:rect l="l" t="t" r="r" b="b"/>
              <a:pathLst>
                <a:path w="30085" h="30010" extrusionOk="0">
                  <a:moveTo>
                    <a:pt x="29888" y="0"/>
                  </a:moveTo>
                  <a:cubicBezTo>
                    <a:pt x="29858" y="0"/>
                    <a:pt x="29826" y="11"/>
                    <a:pt x="29796" y="35"/>
                  </a:cubicBezTo>
                  <a:lnTo>
                    <a:pt x="56" y="29764"/>
                  </a:lnTo>
                  <a:cubicBezTo>
                    <a:pt x="1" y="29820"/>
                    <a:pt x="1" y="29909"/>
                    <a:pt x="56" y="29965"/>
                  </a:cubicBezTo>
                  <a:cubicBezTo>
                    <a:pt x="79" y="29987"/>
                    <a:pt x="123" y="30010"/>
                    <a:pt x="157" y="30010"/>
                  </a:cubicBezTo>
                  <a:cubicBezTo>
                    <a:pt x="190" y="30010"/>
                    <a:pt x="235" y="29987"/>
                    <a:pt x="257" y="29965"/>
                  </a:cubicBezTo>
                  <a:lnTo>
                    <a:pt x="29997" y="236"/>
                  </a:lnTo>
                  <a:cubicBezTo>
                    <a:pt x="30084" y="132"/>
                    <a:pt x="29995" y="0"/>
                    <a:pt x="298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0"/>
            <p:cNvSpPr/>
            <p:nvPr/>
          </p:nvSpPr>
          <p:spPr>
            <a:xfrm>
              <a:off x="-2704800" y="-2461050"/>
              <a:ext cx="155150" cy="155150"/>
            </a:xfrm>
            <a:custGeom>
              <a:avLst/>
              <a:gdLst/>
              <a:ahLst/>
              <a:cxnLst/>
              <a:rect l="l" t="t" r="r" b="b"/>
              <a:pathLst>
                <a:path w="6206" h="6206" extrusionOk="0">
                  <a:moveTo>
                    <a:pt x="6150" y="1"/>
                  </a:moveTo>
                  <a:lnTo>
                    <a:pt x="1" y="6150"/>
                  </a:lnTo>
                  <a:lnTo>
                    <a:pt x="1396" y="6205"/>
                  </a:lnTo>
                  <a:lnTo>
                    <a:pt x="6205" y="1396"/>
                  </a:lnTo>
                  <a:lnTo>
                    <a:pt x="61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0"/>
            <p:cNvSpPr/>
            <p:nvPr/>
          </p:nvSpPr>
          <p:spPr>
            <a:xfrm>
              <a:off x="-2435025" y="-2631025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1" y="1"/>
                  </a:moveTo>
                  <a:cubicBezTo>
                    <a:pt x="961" y="1"/>
                    <a:pt x="671" y="110"/>
                    <a:pt x="447" y="327"/>
                  </a:cubicBezTo>
                  <a:cubicBezTo>
                    <a:pt x="1" y="774"/>
                    <a:pt x="1" y="1499"/>
                    <a:pt x="447" y="1945"/>
                  </a:cubicBezTo>
                  <a:cubicBezTo>
                    <a:pt x="671" y="2163"/>
                    <a:pt x="961" y="2272"/>
                    <a:pt x="1251" y="2272"/>
                  </a:cubicBezTo>
                  <a:cubicBezTo>
                    <a:pt x="1541" y="2272"/>
                    <a:pt x="1831" y="2163"/>
                    <a:pt x="2054" y="1945"/>
                  </a:cubicBezTo>
                  <a:cubicBezTo>
                    <a:pt x="2501" y="1499"/>
                    <a:pt x="2501" y="774"/>
                    <a:pt x="2054" y="327"/>
                  </a:cubicBezTo>
                  <a:cubicBezTo>
                    <a:pt x="1831" y="110"/>
                    <a:pt x="1541" y="1"/>
                    <a:pt x="12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0"/>
            <p:cNvSpPr/>
            <p:nvPr/>
          </p:nvSpPr>
          <p:spPr>
            <a:xfrm>
              <a:off x="-3175450" y="-1887725"/>
              <a:ext cx="56675" cy="56925"/>
            </a:xfrm>
            <a:custGeom>
              <a:avLst/>
              <a:gdLst/>
              <a:ahLst/>
              <a:cxnLst/>
              <a:rect l="l" t="t" r="r" b="b"/>
              <a:pathLst>
                <a:path w="2267" h="2277" extrusionOk="0">
                  <a:moveTo>
                    <a:pt x="1139" y="0"/>
                  </a:moveTo>
                  <a:cubicBezTo>
                    <a:pt x="503" y="0"/>
                    <a:pt x="1" y="514"/>
                    <a:pt x="1" y="1139"/>
                  </a:cubicBezTo>
                  <a:cubicBezTo>
                    <a:pt x="1" y="1764"/>
                    <a:pt x="503" y="2277"/>
                    <a:pt x="1139" y="2277"/>
                  </a:cubicBezTo>
                  <a:cubicBezTo>
                    <a:pt x="1764" y="2277"/>
                    <a:pt x="2266" y="1764"/>
                    <a:pt x="2266" y="1139"/>
                  </a:cubicBezTo>
                  <a:cubicBezTo>
                    <a:pt x="2266" y="514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5" name="Google Shape;755;p20"/>
          <p:cNvGrpSpPr/>
          <p:nvPr/>
        </p:nvGrpSpPr>
        <p:grpSpPr>
          <a:xfrm flipH="1">
            <a:off x="8030519" y="1531768"/>
            <a:ext cx="1019565" cy="1290805"/>
            <a:chOff x="-4017975" y="-49702"/>
            <a:chExt cx="1162825" cy="1472177"/>
          </a:xfrm>
        </p:grpSpPr>
        <p:sp>
          <p:nvSpPr>
            <p:cNvPr id="756" name="Google Shape;756;p20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0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0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20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20"/>
            <p:cNvSpPr/>
            <p:nvPr/>
          </p:nvSpPr>
          <p:spPr>
            <a:xfrm>
              <a:off x="-3633259" y="-49702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20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20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3" name="Google Shape;763;p20"/>
          <p:cNvGrpSpPr/>
          <p:nvPr/>
        </p:nvGrpSpPr>
        <p:grpSpPr>
          <a:xfrm flipH="1">
            <a:off x="-3" y="3171850"/>
            <a:ext cx="1929500" cy="2210100"/>
            <a:chOff x="295725" y="-3462825"/>
            <a:chExt cx="1929500" cy="2210100"/>
          </a:xfrm>
        </p:grpSpPr>
        <p:sp>
          <p:nvSpPr>
            <p:cNvPr id="764" name="Google Shape;764;p20"/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20"/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20"/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20"/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20"/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20"/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20"/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20"/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20"/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20"/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0"/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0"/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0"/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20"/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0"/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20"/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0"/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0"/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0"/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0"/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0"/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0"/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0"/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0"/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20"/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6_1"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21"/>
          <p:cNvSpPr txBox="1">
            <a:spLocks noGrp="1"/>
          </p:cNvSpPr>
          <p:nvPr>
            <p:ph type="body" idx="1"/>
          </p:nvPr>
        </p:nvSpPr>
        <p:spPr>
          <a:xfrm>
            <a:off x="1932150" y="1660875"/>
            <a:ext cx="5279700" cy="2239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marL="457200" lvl="0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  <a:defRPr sz="12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■"/>
              <a:defRPr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  <a:defRPr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  <a:defRPr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■"/>
              <a:defRPr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  <a:defRPr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  <a:defRPr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■"/>
              <a:defRPr/>
            </a:lvl9pPr>
          </a:lstStyle>
          <a:p>
            <a:endParaRPr/>
          </a:p>
        </p:txBody>
      </p:sp>
      <p:sp>
        <p:nvSpPr>
          <p:cNvPr id="791" name="Google Shape;791;p21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792" name="Google Shape;792;p21"/>
          <p:cNvGrpSpPr/>
          <p:nvPr/>
        </p:nvGrpSpPr>
        <p:grpSpPr>
          <a:xfrm rot="10800000">
            <a:off x="-615206" y="2336518"/>
            <a:ext cx="1803578" cy="1592367"/>
            <a:chOff x="-4912150" y="-393637"/>
            <a:chExt cx="2057000" cy="1816112"/>
          </a:xfrm>
        </p:grpSpPr>
        <p:sp>
          <p:nvSpPr>
            <p:cNvPr id="793" name="Google Shape;793;p21"/>
            <p:cNvSpPr/>
            <p:nvPr/>
          </p:nvSpPr>
          <p:spPr>
            <a:xfrm>
              <a:off x="-4604150" y="-280425"/>
              <a:ext cx="858750" cy="1117575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21"/>
            <p:cNvSpPr/>
            <p:nvPr/>
          </p:nvSpPr>
          <p:spPr>
            <a:xfrm>
              <a:off x="-3780300" y="-305525"/>
              <a:ext cx="62525" cy="57000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21"/>
            <p:cNvSpPr/>
            <p:nvPr/>
          </p:nvSpPr>
          <p:spPr>
            <a:xfrm>
              <a:off x="-4199050" y="281125"/>
              <a:ext cx="155150" cy="154850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21"/>
            <p:cNvSpPr/>
            <p:nvPr/>
          </p:nvSpPr>
          <p:spPr>
            <a:xfrm>
              <a:off x="-4514575" y="97000"/>
              <a:ext cx="740775" cy="896950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1"/>
            <p:cNvSpPr/>
            <p:nvPr/>
          </p:nvSpPr>
          <p:spPr>
            <a:xfrm>
              <a:off x="-3809300" y="72075"/>
              <a:ext cx="61400" cy="56825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21"/>
            <p:cNvSpPr/>
            <p:nvPr/>
          </p:nvSpPr>
          <p:spPr>
            <a:xfrm>
              <a:off x="-4203525" y="-330075"/>
              <a:ext cx="275400" cy="273925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21"/>
            <p:cNvSpPr/>
            <p:nvPr/>
          </p:nvSpPr>
          <p:spPr>
            <a:xfrm>
              <a:off x="-3964425" y="-355100"/>
              <a:ext cx="64750" cy="56950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1"/>
            <p:cNvSpPr/>
            <p:nvPr/>
          </p:nvSpPr>
          <p:spPr>
            <a:xfrm>
              <a:off x="-4230300" y="-88200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1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1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1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1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1"/>
            <p:cNvSpPr/>
            <p:nvPr/>
          </p:nvSpPr>
          <p:spPr>
            <a:xfrm>
              <a:off x="-3761575" y="553550"/>
              <a:ext cx="51025" cy="38375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1"/>
            <p:cNvSpPr/>
            <p:nvPr/>
          </p:nvSpPr>
          <p:spPr>
            <a:xfrm>
              <a:off x="-4478025" y="655725"/>
              <a:ext cx="666475" cy="651250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1"/>
            <p:cNvSpPr/>
            <p:nvPr/>
          </p:nvSpPr>
          <p:spPr>
            <a:xfrm>
              <a:off x="-4579025" y="1370700"/>
              <a:ext cx="46900" cy="38375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1"/>
            <p:cNvSpPr/>
            <p:nvPr/>
          </p:nvSpPr>
          <p:spPr>
            <a:xfrm>
              <a:off x="-4912150" y="393325"/>
              <a:ext cx="547675" cy="546850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1"/>
            <p:cNvSpPr/>
            <p:nvPr/>
          </p:nvSpPr>
          <p:spPr>
            <a:xfrm>
              <a:off x="-3508415" y="-393637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1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1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1"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22"/>
          <p:cNvSpPr txBox="1">
            <a:spLocks noGrp="1"/>
          </p:cNvSpPr>
          <p:nvPr>
            <p:ph type="ctrTitle"/>
          </p:nvPr>
        </p:nvSpPr>
        <p:spPr>
          <a:xfrm>
            <a:off x="782850" y="1264217"/>
            <a:ext cx="3380400" cy="7125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6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814" name="Google Shape;814;p22"/>
          <p:cNvSpPr txBox="1">
            <a:spLocks noGrp="1"/>
          </p:cNvSpPr>
          <p:nvPr>
            <p:ph type="subTitle" idx="1"/>
          </p:nvPr>
        </p:nvSpPr>
        <p:spPr>
          <a:xfrm>
            <a:off x="782850" y="2542667"/>
            <a:ext cx="3687900" cy="1341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15" name="Google Shape;815;p22"/>
          <p:cNvSpPr txBox="1"/>
          <p:nvPr/>
        </p:nvSpPr>
        <p:spPr>
          <a:xfrm>
            <a:off x="3038500" y="3831325"/>
            <a:ext cx="4543500" cy="6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ajawal"/>
                <a:ea typeface="Tajawal"/>
                <a:cs typeface="Tajawal"/>
                <a:sym typeface="Tajawal"/>
              </a:rPr>
              <a:t>CREDITS: 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Tajawal"/>
                <a:ea typeface="Tajawal"/>
                <a:cs typeface="Tajawal"/>
                <a:sym typeface="Tajaw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Tajawal"/>
                <a:ea typeface="Tajawal"/>
                <a:cs typeface="Tajawal"/>
                <a:sym typeface="Tajawal"/>
              </a:rPr>
              <a:t>, including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Tajawal"/>
                <a:ea typeface="Tajawal"/>
                <a:cs typeface="Tajawal"/>
                <a:sym typeface="Tajaw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Tajawal"/>
                <a:ea typeface="Tajawal"/>
                <a:cs typeface="Tajawal"/>
                <a:sym typeface="Tajawal"/>
              </a:rPr>
              <a:t>, 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Tajawal"/>
                <a:ea typeface="Tajawal"/>
                <a:cs typeface="Tajawal"/>
                <a:sym typeface="Tajaw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b="1" u="sng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grpSp>
        <p:nvGrpSpPr>
          <p:cNvPr id="816" name="Google Shape;816;p22"/>
          <p:cNvGrpSpPr/>
          <p:nvPr/>
        </p:nvGrpSpPr>
        <p:grpSpPr>
          <a:xfrm flipH="1">
            <a:off x="-262674" y="3935863"/>
            <a:ext cx="716725" cy="901375"/>
            <a:chOff x="-3888525" y="-2483300"/>
            <a:chExt cx="716725" cy="901375"/>
          </a:xfrm>
        </p:grpSpPr>
        <p:sp>
          <p:nvSpPr>
            <p:cNvPr id="817" name="Google Shape;817;p22"/>
            <p:cNvSpPr/>
            <p:nvPr/>
          </p:nvSpPr>
          <p:spPr>
            <a:xfrm>
              <a:off x="-3719475" y="-2483300"/>
              <a:ext cx="547675" cy="547050"/>
            </a:xfrm>
            <a:custGeom>
              <a:avLst/>
              <a:gdLst/>
              <a:ahLst/>
              <a:cxnLst/>
              <a:rect l="l" t="t" r="r" b="b"/>
              <a:pathLst>
                <a:path w="21907" h="21882" extrusionOk="0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22"/>
            <p:cNvSpPr/>
            <p:nvPr/>
          </p:nvSpPr>
          <p:spPr>
            <a:xfrm>
              <a:off x="-3888525" y="-2128825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9" name="Google Shape;819;p22"/>
          <p:cNvGrpSpPr/>
          <p:nvPr/>
        </p:nvGrpSpPr>
        <p:grpSpPr>
          <a:xfrm flipH="1">
            <a:off x="454038" y="4456988"/>
            <a:ext cx="323925" cy="323650"/>
            <a:chOff x="1608625" y="299800"/>
            <a:chExt cx="323925" cy="323650"/>
          </a:xfrm>
        </p:grpSpPr>
        <p:sp>
          <p:nvSpPr>
            <p:cNvPr id="820" name="Google Shape;820;p22"/>
            <p:cNvSpPr/>
            <p:nvPr/>
          </p:nvSpPr>
          <p:spPr>
            <a:xfrm>
              <a:off x="1633450" y="324425"/>
              <a:ext cx="275900" cy="274200"/>
            </a:xfrm>
            <a:custGeom>
              <a:avLst/>
              <a:gdLst/>
              <a:ahLst/>
              <a:cxnLst/>
              <a:rect l="l" t="t" r="r" b="b"/>
              <a:pathLst>
                <a:path w="11036" h="10968" extrusionOk="0">
                  <a:moveTo>
                    <a:pt x="10830" y="0"/>
                  </a:moveTo>
                  <a:cubicBezTo>
                    <a:pt x="10795" y="0"/>
                    <a:pt x="10758" y="16"/>
                    <a:pt x="10725" y="54"/>
                  </a:cubicBezTo>
                  <a:lnTo>
                    <a:pt x="46" y="10733"/>
                  </a:lnTo>
                  <a:cubicBezTo>
                    <a:pt x="1" y="10789"/>
                    <a:pt x="1" y="10867"/>
                    <a:pt x="46" y="10923"/>
                  </a:cubicBezTo>
                  <a:cubicBezTo>
                    <a:pt x="79" y="10956"/>
                    <a:pt x="112" y="10968"/>
                    <a:pt x="146" y="10968"/>
                  </a:cubicBezTo>
                  <a:cubicBezTo>
                    <a:pt x="191" y="10968"/>
                    <a:pt x="224" y="10956"/>
                    <a:pt x="246" y="10923"/>
                  </a:cubicBezTo>
                  <a:lnTo>
                    <a:pt x="10926" y="254"/>
                  </a:lnTo>
                  <a:cubicBezTo>
                    <a:pt x="11036" y="153"/>
                    <a:pt x="10941" y="0"/>
                    <a:pt x="108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2"/>
            <p:cNvSpPr/>
            <p:nvPr/>
          </p:nvSpPr>
          <p:spPr>
            <a:xfrm>
              <a:off x="1875625" y="299800"/>
              <a:ext cx="56925" cy="56950"/>
            </a:xfrm>
            <a:custGeom>
              <a:avLst/>
              <a:gdLst/>
              <a:ahLst/>
              <a:cxnLst/>
              <a:rect l="l" t="t" r="r" b="b"/>
              <a:pathLst>
                <a:path w="2277" h="2278" extrusionOk="0">
                  <a:moveTo>
                    <a:pt x="1139" y="1"/>
                  </a:moveTo>
                  <a:cubicBezTo>
                    <a:pt x="514" y="1"/>
                    <a:pt x="0" y="514"/>
                    <a:pt x="0" y="1139"/>
                  </a:cubicBezTo>
                  <a:cubicBezTo>
                    <a:pt x="0" y="1764"/>
                    <a:pt x="514" y="2277"/>
                    <a:pt x="1139" y="2277"/>
                  </a:cubicBezTo>
                  <a:cubicBezTo>
                    <a:pt x="1764" y="2277"/>
                    <a:pt x="2277" y="1764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2"/>
            <p:cNvSpPr/>
            <p:nvPr/>
          </p:nvSpPr>
          <p:spPr>
            <a:xfrm>
              <a:off x="1608625" y="566800"/>
              <a:ext cx="56950" cy="56650"/>
            </a:xfrm>
            <a:custGeom>
              <a:avLst/>
              <a:gdLst/>
              <a:ahLst/>
              <a:cxnLst/>
              <a:rect l="l" t="t" r="r" b="b"/>
              <a:pathLst>
                <a:path w="2278" h="2266" extrusionOk="0">
                  <a:moveTo>
                    <a:pt x="1139" y="0"/>
                  </a:moveTo>
                  <a:cubicBezTo>
                    <a:pt x="514" y="0"/>
                    <a:pt x="1" y="503"/>
                    <a:pt x="1" y="1127"/>
                  </a:cubicBezTo>
                  <a:cubicBezTo>
                    <a:pt x="1" y="1764"/>
                    <a:pt x="514" y="2266"/>
                    <a:pt x="1139" y="2266"/>
                  </a:cubicBezTo>
                  <a:cubicBezTo>
                    <a:pt x="1775" y="2266"/>
                    <a:pt x="2277" y="1764"/>
                    <a:pt x="2277" y="1127"/>
                  </a:cubicBezTo>
                  <a:cubicBezTo>
                    <a:pt x="2277" y="503"/>
                    <a:pt x="1775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3" name="Google Shape;823;p22"/>
          <p:cNvGrpSpPr/>
          <p:nvPr/>
        </p:nvGrpSpPr>
        <p:grpSpPr>
          <a:xfrm flipH="1">
            <a:off x="7896101" y="233975"/>
            <a:ext cx="1516025" cy="1489525"/>
            <a:chOff x="-3888525" y="-3012325"/>
            <a:chExt cx="1516025" cy="1489525"/>
          </a:xfrm>
        </p:grpSpPr>
        <p:sp>
          <p:nvSpPr>
            <p:cNvPr id="824" name="Google Shape;824;p22"/>
            <p:cNvSpPr/>
            <p:nvPr/>
          </p:nvSpPr>
          <p:spPr>
            <a:xfrm>
              <a:off x="-3076125" y="-3012325"/>
              <a:ext cx="38525" cy="38250"/>
            </a:xfrm>
            <a:custGeom>
              <a:avLst/>
              <a:gdLst/>
              <a:ahLst/>
              <a:cxnLst/>
              <a:rect l="l" t="t" r="r" b="b"/>
              <a:pathLst>
                <a:path w="1541" h="1530" extrusionOk="0">
                  <a:moveTo>
                    <a:pt x="779" y="1"/>
                  </a:moveTo>
                  <a:cubicBezTo>
                    <a:pt x="679" y="1"/>
                    <a:pt x="577" y="19"/>
                    <a:pt x="480" y="56"/>
                  </a:cubicBezTo>
                  <a:cubicBezTo>
                    <a:pt x="436" y="79"/>
                    <a:pt x="391" y="101"/>
                    <a:pt x="346" y="134"/>
                  </a:cubicBezTo>
                  <a:cubicBezTo>
                    <a:pt x="302" y="157"/>
                    <a:pt x="268" y="190"/>
                    <a:pt x="224" y="224"/>
                  </a:cubicBezTo>
                  <a:cubicBezTo>
                    <a:pt x="190" y="257"/>
                    <a:pt x="157" y="302"/>
                    <a:pt x="134" y="346"/>
                  </a:cubicBezTo>
                  <a:cubicBezTo>
                    <a:pt x="101" y="380"/>
                    <a:pt x="79" y="425"/>
                    <a:pt x="56" y="480"/>
                  </a:cubicBezTo>
                  <a:cubicBezTo>
                    <a:pt x="45" y="525"/>
                    <a:pt x="34" y="570"/>
                    <a:pt x="23" y="614"/>
                  </a:cubicBezTo>
                  <a:cubicBezTo>
                    <a:pt x="12" y="659"/>
                    <a:pt x="0" y="715"/>
                    <a:pt x="0" y="771"/>
                  </a:cubicBezTo>
                  <a:cubicBezTo>
                    <a:pt x="0" y="971"/>
                    <a:pt x="90" y="1161"/>
                    <a:pt x="224" y="1306"/>
                  </a:cubicBezTo>
                  <a:cubicBezTo>
                    <a:pt x="268" y="1340"/>
                    <a:pt x="302" y="1373"/>
                    <a:pt x="346" y="1407"/>
                  </a:cubicBezTo>
                  <a:cubicBezTo>
                    <a:pt x="391" y="1429"/>
                    <a:pt x="436" y="1451"/>
                    <a:pt x="480" y="1474"/>
                  </a:cubicBezTo>
                  <a:cubicBezTo>
                    <a:pt x="525" y="1496"/>
                    <a:pt x="570" y="1507"/>
                    <a:pt x="625" y="1518"/>
                  </a:cubicBezTo>
                  <a:cubicBezTo>
                    <a:pt x="670" y="1529"/>
                    <a:pt x="726" y="1529"/>
                    <a:pt x="770" y="1529"/>
                  </a:cubicBezTo>
                  <a:lnTo>
                    <a:pt x="782" y="1529"/>
                  </a:lnTo>
                  <a:cubicBezTo>
                    <a:pt x="1206" y="1529"/>
                    <a:pt x="1540" y="1183"/>
                    <a:pt x="1540" y="771"/>
                  </a:cubicBezTo>
                  <a:cubicBezTo>
                    <a:pt x="1540" y="715"/>
                    <a:pt x="1540" y="659"/>
                    <a:pt x="1529" y="614"/>
                  </a:cubicBezTo>
                  <a:cubicBezTo>
                    <a:pt x="1518" y="570"/>
                    <a:pt x="1507" y="525"/>
                    <a:pt x="1485" y="480"/>
                  </a:cubicBezTo>
                  <a:cubicBezTo>
                    <a:pt x="1462" y="425"/>
                    <a:pt x="1440" y="380"/>
                    <a:pt x="1418" y="346"/>
                  </a:cubicBezTo>
                  <a:cubicBezTo>
                    <a:pt x="1384" y="302"/>
                    <a:pt x="1351" y="257"/>
                    <a:pt x="1317" y="224"/>
                  </a:cubicBezTo>
                  <a:cubicBezTo>
                    <a:pt x="1176" y="75"/>
                    <a:pt x="980" y="1"/>
                    <a:pt x="7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2"/>
            <p:cNvSpPr/>
            <p:nvPr/>
          </p:nvSpPr>
          <p:spPr>
            <a:xfrm>
              <a:off x="-3648325" y="-2918425"/>
              <a:ext cx="523950" cy="509300"/>
            </a:xfrm>
            <a:custGeom>
              <a:avLst/>
              <a:gdLst/>
              <a:ahLst/>
              <a:cxnLst/>
              <a:rect l="l" t="t" r="r" b="b"/>
              <a:pathLst>
                <a:path w="20958" h="20372" extrusionOk="0">
                  <a:moveTo>
                    <a:pt x="19910" y="1"/>
                  </a:moveTo>
                  <a:cubicBezTo>
                    <a:pt x="19813" y="1"/>
                    <a:pt x="19712" y="19"/>
                    <a:pt x="19608" y="61"/>
                  </a:cubicBezTo>
                  <a:cubicBezTo>
                    <a:pt x="18839" y="384"/>
                    <a:pt x="19060" y="1540"/>
                    <a:pt x="19903" y="1545"/>
                  </a:cubicBezTo>
                  <a:lnTo>
                    <a:pt x="19903" y="1545"/>
                  </a:lnTo>
                  <a:cubicBezTo>
                    <a:pt x="20102" y="1544"/>
                    <a:pt x="20301" y="1466"/>
                    <a:pt x="20445" y="1311"/>
                  </a:cubicBezTo>
                  <a:cubicBezTo>
                    <a:pt x="20957" y="798"/>
                    <a:pt x="20539" y="1"/>
                    <a:pt x="19910" y="1"/>
                  </a:cubicBezTo>
                  <a:close/>
                  <a:moveTo>
                    <a:pt x="19903" y="1545"/>
                  </a:moveTo>
                  <a:cubicBezTo>
                    <a:pt x="19901" y="1545"/>
                    <a:pt x="19900" y="1545"/>
                    <a:pt x="19898" y="1545"/>
                  </a:cubicBezTo>
                  <a:lnTo>
                    <a:pt x="19909" y="1545"/>
                  </a:lnTo>
                  <a:cubicBezTo>
                    <a:pt x="19907" y="1545"/>
                    <a:pt x="19905" y="1545"/>
                    <a:pt x="19903" y="1545"/>
                  </a:cubicBezTo>
                  <a:close/>
                  <a:moveTo>
                    <a:pt x="16154" y="3769"/>
                  </a:moveTo>
                  <a:cubicBezTo>
                    <a:pt x="16056" y="3769"/>
                    <a:pt x="15952" y="3789"/>
                    <a:pt x="15847" y="3833"/>
                  </a:cubicBezTo>
                  <a:cubicBezTo>
                    <a:pt x="15067" y="4156"/>
                    <a:pt x="15299" y="5301"/>
                    <a:pt x="16131" y="5306"/>
                  </a:cubicBezTo>
                  <a:lnTo>
                    <a:pt x="16131" y="5306"/>
                  </a:lnTo>
                  <a:cubicBezTo>
                    <a:pt x="16341" y="5305"/>
                    <a:pt x="16540" y="5227"/>
                    <a:pt x="16684" y="5083"/>
                  </a:cubicBezTo>
                  <a:cubicBezTo>
                    <a:pt x="17194" y="4563"/>
                    <a:pt x="16774" y="3769"/>
                    <a:pt x="16154" y="3769"/>
                  </a:cubicBezTo>
                  <a:close/>
                  <a:moveTo>
                    <a:pt x="16131" y="5306"/>
                  </a:moveTo>
                  <a:cubicBezTo>
                    <a:pt x="16129" y="5306"/>
                    <a:pt x="16128" y="5306"/>
                    <a:pt x="16126" y="5306"/>
                  </a:cubicBezTo>
                  <a:lnTo>
                    <a:pt x="16137" y="5306"/>
                  </a:lnTo>
                  <a:cubicBezTo>
                    <a:pt x="16135" y="5306"/>
                    <a:pt x="16133" y="5306"/>
                    <a:pt x="16131" y="5306"/>
                  </a:cubicBezTo>
                  <a:close/>
                  <a:moveTo>
                    <a:pt x="12383" y="7530"/>
                  </a:moveTo>
                  <a:cubicBezTo>
                    <a:pt x="12285" y="7530"/>
                    <a:pt x="12181" y="7550"/>
                    <a:pt x="12075" y="7594"/>
                  </a:cubicBezTo>
                  <a:cubicBezTo>
                    <a:pt x="11307" y="7917"/>
                    <a:pt x="11527" y="9073"/>
                    <a:pt x="12370" y="9078"/>
                  </a:cubicBezTo>
                  <a:lnTo>
                    <a:pt x="12370" y="9078"/>
                  </a:lnTo>
                  <a:cubicBezTo>
                    <a:pt x="12569" y="9077"/>
                    <a:pt x="12768" y="8998"/>
                    <a:pt x="12912" y="8844"/>
                  </a:cubicBezTo>
                  <a:cubicBezTo>
                    <a:pt x="13423" y="8333"/>
                    <a:pt x="13009" y="7530"/>
                    <a:pt x="12383" y="7530"/>
                  </a:cubicBezTo>
                  <a:close/>
                  <a:moveTo>
                    <a:pt x="12370" y="9078"/>
                  </a:moveTo>
                  <a:cubicBezTo>
                    <a:pt x="12369" y="9078"/>
                    <a:pt x="12367" y="9078"/>
                    <a:pt x="12365" y="9078"/>
                  </a:cubicBezTo>
                  <a:lnTo>
                    <a:pt x="12376" y="9078"/>
                  </a:lnTo>
                  <a:cubicBezTo>
                    <a:pt x="12374" y="9078"/>
                    <a:pt x="12372" y="9078"/>
                    <a:pt x="12370" y="9078"/>
                  </a:cubicBezTo>
                  <a:close/>
                  <a:moveTo>
                    <a:pt x="8596" y="11293"/>
                  </a:moveTo>
                  <a:cubicBezTo>
                    <a:pt x="8415" y="11293"/>
                    <a:pt x="8227" y="11364"/>
                    <a:pt x="8058" y="11533"/>
                  </a:cubicBezTo>
                  <a:cubicBezTo>
                    <a:pt x="7578" y="12013"/>
                    <a:pt x="7924" y="12839"/>
                    <a:pt x="8604" y="12839"/>
                  </a:cubicBezTo>
                  <a:cubicBezTo>
                    <a:pt x="8805" y="12839"/>
                    <a:pt x="9006" y="12761"/>
                    <a:pt x="9151" y="12615"/>
                  </a:cubicBezTo>
                  <a:cubicBezTo>
                    <a:pt x="9699" y="12059"/>
                    <a:pt x="9190" y="11293"/>
                    <a:pt x="8596" y="11293"/>
                  </a:cubicBezTo>
                  <a:close/>
                  <a:moveTo>
                    <a:pt x="4844" y="15041"/>
                  </a:moveTo>
                  <a:cubicBezTo>
                    <a:pt x="4659" y="15041"/>
                    <a:pt x="4467" y="15116"/>
                    <a:pt x="4297" y="15294"/>
                  </a:cubicBezTo>
                  <a:cubicBezTo>
                    <a:pt x="3817" y="15785"/>
                    <a:pt x="4152" y="16611"/>
                    <a:pt x="4844" y="16611"/>
                  </a:cubicBezTo>
                  <a:cubicBezTo>
                    <a:pt x="5044" y="16611"/>
                    <a:pt x="5234" y="16521"/>
                    <a:pt x="5379" y="16376"/>
                  </a:cubicBezTo>
                  <a:cubicBezTo>
                    <a:pt x="5968" y="15830"/>
                    <a:pt x="5447" y="15041"/>
                    <a:pt x="4844" y="15041"/>
                  </a:cubicBezTo>
                  <a:close/>
                  <a:moveTo>
                    <a:pt x="1086" y="18834"/>
                  </a:moveTo>
                  <a:cubicBezTo>
                    <a:pt x="989" y="18834"/>
                    <a:pt x="886" y="18854"/>
                    <a:pt x="782" y="18898"/>
                  </a:cubicBezTo>
                  <a:cubicBezTo>
                    <a:pt x="0" y="19222"/>
                    <a:pt x="235" y="20371"/>
                    <a:pt x="1072" y="20371"/>
                  </a:cubicBezTo>
                  <a:cubicBezTo>
                    <a:pt x="1273" y="20371"/>
                    <a:pt x="1473" y="20293"/>
                    <a:pt x="1618" y="20148"/>
                  </a:cubicBezTo>
                  <a:cubicBezTo>
                    <a:pt x="2130" y="19637"/>
                    <a:pt x="1707" y="18834"/>
                    <a:pt x="1086" y="188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2"/>
            <p:cNvSpPr/>
            <p:nvPr/>
          </p:nvSpPr>
          <p:spPr>
            <a:xfrm>
              <a:off x="-3742350" y="-2353475"/>
              <a:ext cx="53025" cy="38650"/>
            </a:xfrm>
            <a:custGeom>
              <a:avLst/>
              <a:gdLst/>
              <a:ahLst/>
              <a:cxnLst/>
              <a:rect l="l" t="t" r="r" b="b"/>
              <a:pathLst>
                <a:path w="2121" h="1546" extrusionOk="0">
                  <a:moveTo>
                    <a:pt x="1073" y="1"/>
                  </a:moveTo>
                  <a:cubicBezTo>
                    <a:pt x="976" y="1"/>
                    <a:pt x="875" y="19"/>
                    <a:pt x="771" y="61"/>
                  </a:cubicBezTo>
                  <a:cubicBezTo>
                    <a:pt x="1" y="385"/>
                    <a:pt x="224" y="1545"/>
                    <a:pt x="1072" y="1545"/>
                  </a:cubicBezTo>
                  <a:cubicBezTo>
                    <a:pt x="1273" y="1545"/>
                    <a:pt x="1462" y="1456"/>
                    <a:pt x="1608" y="1322"/>
                  </a:cubicBezTo>
                  <a:cubicBezTo>
                    <a:pt x="2120" y="800"/>
                    <a:pt x="1702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2"/>
            <p:cNvSpPr/>
            <p:nvPr/>
          </p:nvSpPr>
          <p:spPr>
            <a:xfrm>
              <a:off x="-3719475" y="-2483300"/>
              <a:ext cx="547675" cy="547050"/>
            </a:xfrm>
            <a:custGeom>
              <a:avLst/>
              <a:gdLst/>
              <a:ahLst/>
              <a:cxnLst/>
              <a:rect l="l" t="t" r="r" b="b"/>
              <a:pathLst>
                <a:path w="21907" h="21882" extrusionOk="0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2"/>
            <p:cNvSpPr/>
            <p:nvPr/>
          </p:nvSpPr>
          <p:spPr>
            <a:xfrm>
              <a:off x="-3888525" y="-2128825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2"/>
            <p:cNvSpPr/>
            <p:nvPr/>
          </p:nvSpPr>
          <p:spPr>
            <a:xfrm>
              <a:off x="-3626300" y="-1680825"/>
              <a:ext cx="184175" cy="158025"/>
            </a:xfrm>
            <a:custGeom>
              <a:avLst/>
              <a:gdLst/>
              <a:ahLst/>
              <a:cxnLst/>
              <a:rect l="l" t="t" r="r" b="b"/>
              <a:pathLst>
                <a:path w="7367" h="6321" extrusionOk="0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22"/>
            <p:cNvSpPr/>
            <p:nvPr/>
          </p:nvSpPr>
          <p:spPr>
            <a:xfrm>
              <a:off x="-3559050" y="-1636200"/>
              <a:ext cx="76175" cy="68900"/>
            </a:xfrm>
            <a:custGeom>
              <a:avLst/>
              <a:gdLst/>
              <a:ahLst/>
              <a:cxnLst/>
              <a:rect l="l" t="t" r="r" b="b"/>
              <a:pathLst>
                <a:path w="3047" h="2756" extrusionOk="0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2"/>
            <p:cNvSpPr/>
            <p:nvPr/>
          </p:nvSpPr>
          <p:spPr>
            <a:xfrm>
              <a:off x="-3151175" y="-2605875"/>
              <a:ext cx="752125" cy="750250"/>
            </a:xfrm>
            <a:custGeom>
              <a:avLst/>
              <a:gdLst/>
              <a:ahLst/>
              <a:cxnLst/>
              <a:rect l="l" t="t" r="r" b="b"/>
              <a:pathLst>
                <a:path w="30085" h="30010" extrusionOk="0">
                  <a:moveTo>
                    <a:pt x="29888" y="0"/>
                  </a:moveTo>
                  <a:cubicBezTo>
                    <a:pt x="29858" y="0"/>
                    <a:pt x="29826" y="11"/>
                    <a:pt x="29796" y="35"/>
                  </a:cubicBezTo>
                  <a:lnTo>
                    <a:pt x="56" y="29764"/>
                  </a:lnTo>
                  <a:cubicBezTo>
                    <a:pt x="1" y="29820"/>
                    <a:pt x="1" y="29909"/>
                    <a:pt x="56" y="29965"/>
                  </a:cubicBezTo>
                  <a:cubicBezTo>
                    <a:pt x="79" y="29987"/>
                    <a:pt x="123" y="30010"/>
                    <a:pt x="157" y="30010"/>
                  </a:cubicBezTo>
                  <a:cubicBezTo>
                    <a:pt x="190" y="30010"/>
                    <a:pt x="235" y="29987"/>
                    <a:pt x="257" y="29965"/>
                  </a:cubicBezTo>
                  <a:lnTo>
                    <a:pt x="29997" y="236"/>
                  </a:lnTo>
                  <a:cubicBezTo>
                    <a:pt x="30084" y="132"/>
                    <a:pt x="29995" y="0"/>
                    <a:pt x="298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2"/>
            <p:cNvSpPr/>
            <p:nvPr/>
          </p:nvSpPr>
          <p:spPr>
            <a:xfrm>
              <a:off x="-2704800" y="-2461050"/>
              <a:ext cx="155150" cy="155150"/>
            </a:xfrm>
            <a:custGeom>
              <a:avLst/>
              <a:gdLst/>
              <a:ahLst/>
              <a:cxnLst/>
              <a:rect l="l" t="t" r="r" b="b"/>
              <a:pathLst>
                <a:path w="6206" h="6206" extrusionOk="0">
                  <a:moveTo>
                    <a:pt x="6150" y="1"/>
                  </a:moveTo>
                  <a:lnTo>
                    <a:pt x="1" y="6150"/>
                  </a:lnTo>
                  <a:lnTo>
                    <a:pt x="1396" y="6205"/>
                  </a:lnTo>
                  <a:lnTo>
                    <a:pt x="6205" y="1396"/>
                  </a:lnTo>
                  <a:lnTo>
                    <a:pt x="61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2"/>
            <p:cNvSpPr/>
            <p:nvPr/>
          </p:nvSpPr>
          <p:spPr>
            <a:xfrm>
              <a:off x="-2435025" y="-2631025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1" y="1"/>
                  </a:moveTo>
                  <a:cubicBezTo>
                    <a:pt x="961" y="1"/>
                    <a:pt x="671" y="110"/>
                    <a:pt x="447" y="327"/>
                  </a:cubicBezTo>
                  <a:cubicBezTo>
                    <a:pt x="1" y="774"/>
                    <a:pt x="1" y="1499"/>
                    <a:pt x="447" y="1945"/>
                  </a:cubicBezTo>
                  <a:cubicBezTo>
                    <a:pt x="671" y="2163"/>
                    <a:pt x="961" y="2272"/>
                    <a:pt x="1251" y="2272"/>
                  </a:cubicBezTo>
                  <a:cubicBezTo>
                    <a:pt x="1541" y="2272"/>
                    <a:pt x="1831" y="2163"/>
                    <a:pt x="2054" y="1945"/>
                  </a:cubicBezTo>
                  <a:cubicBezTo>
                    <a:pt x="2501" y="1499"/>
                    <a:pt x="2501" y="774"/>
                    <a:pt x="2054" y="327"/>
                  </a:cubicBezTo>
                  <a:cubicBezTo>
                    <a:pt x="1831" y="110"/>
                    <a:pt x="1541" y="1"/>
                    <a:pt x="12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2"/>
            <p:cNvSpPr/>
            <p:nvPr/>
          </p:nvSpPr>
          <p:spPr>
            <a:xfrm>
              <a:off x="-3175450" y="-1887725"/>
              <a:ext cx="56675" cy="56925"/>
            </a:xfrm>
            <a:custGeom>
              <a:avLst/>
              <a:gdLst/>
              <a:ahLst/>
              <a:cxnLst/>
              <a:rect l="l" t="t" r="r" b="b"/>
              <a:pathLst>
                <a:path w="2267" h="2277" extrusionOk="0">
                  <a:moveTo>
                    <a:pt x="1139" y="0"/>
                  </a:moveTo>
                  <a:cubicBezTo>
                    <a:pt x="503" y="0"/>
                    <a:pt x="1" y="514"/>
                    <a:pt x="1" y="1139"/>
                  </a:cubicBezTo>
                  <a:cubicBezTo>
                    <a:pt x="1" y="1764"/>
                    <a:pt x="503" y="2277"/>
                    <a:pt x="1139" y="2277"/>
                  </a:cubicBezTo>
                  <a:cubicBezTo>
                    <a:pt x="1764" y="2277"/>
                    <a:pt x="2266" y="1764"/>
                    <a:pt x="2266" y="1139"/>
                  </a:cubicBezTo>
                  <a:cubicBezTo>
                    <a:pt x="2266" y="514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5" name="Google Shape;835;p22"/>
          <p:cNvGrpSpPr/>
          <p:nvPr/>
        </p:nvGrpSpPr>
        <p:grpSpPr>
          <a:xfrm flipH="1">
            <a:off x="2309235" y="-400369"/>
            <a:ext cx="1019565" cy="1290805"/>
            <a:chOff x="-4017975" y="-49702"/>
            <a:chExt cx="1162825" cy="1472177"/>
          </a:xfrm>
        </p:grpSpPr>
        <p:sp>
          <p:nvSpPr>
            <p:cNvPr id="836" name="Google Shape;836;p22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22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22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22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22"/>
            <p:cNvSpPr/>
            <p:nvPr/>
          </p:nvSpPr>
          <p:spPr>
            <a:xfrm>
              <a:off x="-3633259" y="-49702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22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22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3" name="Google Shape;843;p22"/>
          <p:cNvGrpSpPr/>
          <p:nvPr/>
        </p:nvGrpSpPr>
        <p:grpSpPr>
          <a:xfrm>
            <a:off x="3698801" y="156500"/>
            <a:ext cx="873200" cy="618275"/>
            <a:chOff x="2240101" y="2000"/>
            <a:chExt cx="873200" cy="618275"/>
          </a:xfrm>
        </p:grpSpPr>
        <p:grpSp>
          <p:nvGrpSpPr>
            <p:cNvPr id="844" name="Google Shape;844;p22"/>
            <p:cNvGrpSpPr/>
            <p:nvPr/>
          </p:nvGrpSpPr>
          <p:grpSpPr>
            <a:xfrm flipH="1">
              <a:off x="2240101" y="2000"/>
              <a:ext cx="323925" cy="323650"/>
              <a:chOff x="1608625" y="299800"/>
              <a:chExt cx="323925" cy="323650"/>
            </a:xfrm>
          </p:grpSpPr>
          <p:sp>
            <p:nvSpPr>
              <p:cNvPr id="845" name="Google Shape;845;p22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22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22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48" name="Google Shape;848;p22"/>
            <p:cNvSpPr/>
            <p:nvPr/>
          </p:nvSpPr>
          <p:spPr>
            <a:xfrm flipH="1">
              <a:off x="2564026" y="73375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9" name="Google Shape;849;p22"/>
          <p:cNvGrpSpPr/>
          <p:nvPr/>
        </p:nvGrpSpPr>
        <p:grpSpPr>
          <a:xfrm flipH="1">
            <a:off x="4163242" y="3973306"/>
            <a:ext cx="1938846" cy="1720830"/>
            <a:chOff x="-4912150" y="-540150"/>
            <a:chExt cx="2211275" cy="1962625"/>
          </a:xfrm>
        </p:grpSpPr>
        <p:sp>
          <p:nvSpPr>
            <p:cNvPr id="850" name="Google Shape;850;p22"/>
            <p:cNvSpPr/>
            <p:nvPr/>
          </p:nvSpPr>
          <p:spPr>
            <a:xfrm>
              <a:off x="-4604150" y="-280425"/>
              <a:ext cx="858750" cy="1117575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2"/>
            <p:cNvSpPr/>
            <p:nvPr/>
          </p:nvSpPr>
          <p:spPr>
            <a:xfrm>
              <a:off x="-3780300" y="-305525"/>
              <a:ext cx="62525" cy="57000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2"/>
            <p:cNvSpPr/>
            <p:nvPr/>
          </p:nvSpPr>
          <p:spPr>
            <a:xfrm>
              <a:off x="-4199050" y="281125"/>
              <a:ext cx="155150" cy="154850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2"/>
            <p:cNvSpPr/>
            <p:nvPr/>
          </p:nvSpPr>
          <p:spPr>
            <a:xfrm>
              <a:off x="-4514575" y="97000"/>
              <a:ext cx="740775" cy="896950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2"/>
            <p:cNvSpPr/>
            <p:nvPr/>
          </p:nvSpPr>
          <p:spPr>
            <a:xfrm>
              <a:off x="-3809300" y="72075"/>
              <a:ext cx="61400" cy="56825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2"/>
            <p:cNvSpPr/>
            <p:nvPr/>
          </p:nvSpPr>
          <p:spPr>
            <a:xfrm>
              <a:off x="-4203525" y="-330075"/>
              <a:ext cx="275400" cy="273925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2"/>
            <p:cNvSpPr/>
            <p:nvPr/>
          </p:nvSpPr>
          <p:spPr>
            <a:xfrm>
              <a:off x="-3964425" y="-355100"/>
              <a:ext cx="64750" cy="56950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2"/>
            <p:cNvSpPr/>
            <p:nvPr/>
          </p:nvSpPr>
          <p:spPr>
            <a:xfrm>
              <a:off x="-4230300" y="-88200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2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2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2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22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22"/>
            <p:cNvSpPr/>
            <p:nvPr/>
          </p:nvSpPr>
          <p:spPr>
            <a:xfrm>
              <a:off x="-3761575" y="553550"/>
              <a:ext cx="51025" cy="38375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22"/>
            <p:cNvSpPr/>
            <p:nvPr/>
          </p:nvSpPr>
          <p:spPr>
            <a:xfrm>
              <a:off x="-4478025" y="655725"/>
              <a:ext cx="666475" cy="651250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22"/>
            <p:cNvSpPr/>
            <p:nvPr/>
          </p:nvSpPr>
          <p:spPr>
            <a:xfrm>
              <a:off x="-4579025" y="1370700"/>
              <a:ext cx="46900" cy="38375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22"/>
            <p:cNvSpPr/>
            <p:nvPr/>
          </p:nvSpPr>
          <p:spPr>
            <a:xfrm>
              <a:off x="-4912150" y="393325"/>
              <a:ext cx="547675" cy="546850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22"/>
            <p:cNvSpPr/>
            <p:nvPr/>
          </p:nvSpPr>
          <p:spPr>
            <a:xfrm>
              <a:off x="-3248550" y="-540150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22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22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9" name="Google Shape;869;p22"/>
          <p:cNvSpPr txBox="1"/>
          <p:nvPr/>
        </p:nvSpPr>
        <p:spPr>
          <a:xfrm>
            <a:off x="4980600" y="2573200"/>
            <a:ext cx="3380400" cy="8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CRÉDITS: Ce modèle de présentation a été créé par </a:t>
            </a:r>
            <a:r>
              <a:rPr lang="en" sz="1200" b="1">
                <a:solidFill>
                  <a:schemeClr val="lt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, comprenant des icônes de </a:t>
            </a:r>
            <a:r>
              <a:rPr lang="en" sz="1200" b="1">
                <a:solidFill>
                  <a:schemeClr val="lt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, des infographies et des images de </a:t>
            </a:r>
            <a:r>
              <a:rPr lang="en" sz="1200" b="1">
                <a:solidFill>
                  <a:schemeClr val="lt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7_1"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2" name="Google Shape;872;p24"/>
          <p:cNvGrpSpPr/>
          <p:nvPr/>
        </p:nvGrpSpPr>
        <p:grpSpPr>
          <a:xfrm>
            <a:off x="8352588" y="816213"/>
            <a:ext cx="1040638" cy="901375"/>
            <a:chOff x="8457538" y="810363"/>
            <a:chExt cx="1040638" cy="901375"/>
          </a:xfrm>
        </p:grpSpPr>
        <p:grpSp>
          <p:nvGrpSpPr>
            <p:cNvPr id="873" name="Google Shape;873;p24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874" name="Google Shape;874;p24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24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6" name="Google Shape;876;p24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877" name="Google Shape;877;p24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24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24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80" name="Google Shape;880;p24"/>
          <p:cNvGrpSpPr/>
          <p:nvPr/>
        </p:nvGrpSpPr>
        <p:grpSpPr>
          <a:xfrm>
            <a:off x="4841575" y="4619788"/>
            <a:ext cx="1040638" cy="901375"/>
            <a:chOff x="8457538" y="810363"/>
            <a:chExt cx="1040638" cy="901375"/>
          </a:xfrm>
        </p:grpSpPr>
        <p:grpSp>
          <p:nvGrpSpPr>
            <p:cNvPr id="881" name="Google Shape;881;p24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882" name="Google Shape;882;p24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24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84" name="Google Shape;884;p24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885" name="Google Shape;885;p24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24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24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88" name="Google Shape;888;p24"/>
          <p:cNvGrpSpPr/>
          <p:nvPr/>
        </p:nvGrpSpPr>
        <p:grpSpPr>
          <a:xfrm>
            <a:off x="8352591" y="196800"/>
            <a:ext cx="713803" cy="706547"/>
            <a:chOff x="-4017975" y="616650"/>
            <a:chExt cx="814100" cy="805825"/>
          </a:xfrm>
        </p:grpSpPr>
        <p:sp>
          <p:nvSpPr>
            <p:cNvPr id="889" name="Google Shape;889;p24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24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24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24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3" name="Google Shape;893;p24"/>
          <p:cNvGrpSpPr/>
          <p:nvPr/>
        </p:nvGrpSpPr>
        <p:grpSpPr>
          <a:xfrm rot="10800000">
            <a:off x="-728606" y="92693"/>
            <a:ext cx="1803578" cy="1592367"/>
            <a:chOff x="-4912150" y="-393637"/>
            <a:chExt cx="2057000" cy="1816112"/>
          </a:xfrm>
        </p:grpSpPr>
        <p:sp>
          <p:nvSpPr>
            <p:cNvPr id="894" name="Google Shape;894;p24"/>
            <p:cNvSpPr/>
            <p:nvPr/>
          </p:nvSpPr>
          <p:spPr>
            <a:xfrm>
              <a:off x="-4604150" y="-280425"/>
              <a:ext cx="858750" cy="1117575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24"/>
            <p:cNvSpPr/>
            <p:nvPr/>
          </p:nvSpPr>
          <p:spPr>
            <a:xfrm>
              <a:off x="-3780300" y="-305525"/>
              <a:ext cx="62525" cy="57000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24"/>
            <p:cNvSpPr/>
            <p:nvPr/>
          </p:nvSpPr>
          <p:spPr>
            <a:xfrm>
              <a:off x="-4199050" y="281125"/>
              <a:ext cx="155150" cy="154850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24"/>
            <p:cNvSpPr/>
            <p:nvPr/>
          </p:nvSpPr>
          <p:spPr>
            <a:xfrm>
              <a:off x="-4514575" y="97000"/>
              <a:ext cx="740775" cy="896950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24"/>
            <p:cNvSpPr/>
            <p:nvPr/>
          </p:nvSpPr>
          <p:spPr>
            <a:xfrm>
              <a:off x="-3809300" y="72075"/>
              <a:ext cx="61400" cy="56825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24"/>
            <p:cNvSpPr/>
            <p:nvPr/>
          </p:nvSpPr>
          <p:spPr>
            <a:xfrm>
              <a:off x="-4203525" y="-330075"/>
              <a:ext cx="275400" cy="273925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24"/>
            <p:cNvSpPr/>
            <p:nvPr/>
          </p:nvSpPr>
          <p:spPr>
            <a:xfrm>
              <a:off x="-3964425" y="-355100"/>
              <a:ext cx="64750" cy="56950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24"/>
            <p:cNvSpPr/>
            <p:nvPr/>
          </p:nvSpPr>
          <p:spPr>
            <a:xfrm>
              <a:off x="-4230300" y="-88200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24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24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24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24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24"/>
            <p:cNvSpPr/>
            <p:nvPr/>
          </p:nvSpPr>
          <p:spPr>
            <a:xfrm>
              <a:off x="-3761575" y="553550"/>
              <a:ext cx="51025" cy="38375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24"/>
            <p:cNvSpPr/>
            <p:nvPr/>
          </p:nvSpPr>
          <p:spPr>
            <a:xfrm>
              <a:off x="-4478025" y="655725"/>
              <a:ext cx="666475" cy="651250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24"/>
            <p:cNvSpPr/>
            <p:nvPr/>
          </p:nvSpPr>
          <p:spPr>
            <a:xfrm>
              <a:off x="-4579025" y="1370700"/>
              <a:ext cx="46900" cy="38375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24"/>
            <p:cNvSpPr/>
            <p:nvPr/>
          </p:nvSpPr>
          <p:spPr>
            <a:xfrm>
              <a:off x="-4912150" y="393325"/>
              <a:ext cx="547675" cy="546850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24"/>
            <p:cNvSpPr/>
            <p:nvPr/>
          </p:nvSpPr>
          <p:spPr>
            <a:xfrm>
              <a:off x="-3508415" y="-393637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24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24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○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■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○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■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○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■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gi02/DHCP-Server-Installatio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25"/>
          <p:cNvSpPr txBox="1">
            <a:spLocks noGrp="1"/>
          </p:cNvSpPr>
          <p:nvPr>
            <p:ph type="ctrTitle"/>
          </p:nvPr>
        </p:nvSpPr>
        <p:spPr>
          <a:xfrm flipH="1">
            <a:off x="743375" y="2108011"/>
            <a:ext cx="6952800" cy="7701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Montserrat Medium"/>
                <a:ea typeface="Montserrat Medium"/>
                <a:cs typeface="Montserrat Medium"/>
                <a:sym typeface="Montserrat Medium"/>
              </a:rPr>
              <a:t>DHCP Server</a:t>
            </a:r>
            <a:endParaRPr/>
          </a:p>
        </p:txBody>
      </p:sp>
      <p:sp>
        <p:nvSpPr>
          <p:cNvPr id="918" name="Google Shape;918;p25"/>
          <p:cNvSpPr txBox="1">
            <a:spLocks noGrp="1"/>
          </p:cNvSpPr>
          <p:nvPr>
            <p:ph type="subTitle" idx="1"/>
          </p:nvPr>
        </p:nvSpPr>
        <p:spPr>
          <a:xfrm flipH="1">
            <a:off x="743375" y="3242315"/>
            <a:ext cx="6952800" cy="447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Огнян Барух, 471221021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GitHub Link</a:t>
            </a:r>
            <a:endParaRPr/>
          </a:p>
        </p:txBody>
      </p:sp>
      <p:sp>
        <p:nvSpPr>
          <p:cNvPr id="919" name="Google Shape;919;p25"/>
          <p:cNvSpPr/>
          <p:nvPr/>
        </p:nvSpPr>
        <p:spPr>
          <a:xfrm flipH="1">
            <a:off x="-186582" y="5584563"/>
            <a:ext cx="29" cy="29"/>
          </a:xfrm>
          <a:custGeom>
            <a:avLst/>
            <a:gdLst/>
            <a:ahLst/>
            <a:cxnLst/>
            <a:rect l="l" t="t" r="r" b="b"/>
            <a:pathLst>
              <a:path w="1" h="1" fill="none" extrusionOk="0">
                <a:moveTo>
                  <a:pt x="1" y="1"/>
                </a:moveTo>
                <a:lnTo>
                  <a:pt x="1" y="1"/>
                </a:lnTo>
                <a:close/>
              </a:path>
            </a:pathLst>
          </a:custGeom>
          <a:solidFill>
            <a:schemeClr val="lt1"/>
          </a:solidFill>
          <a:ln w="5650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20" name="Google Shape;920;p25"/>
          <p:cNvGrpSpPr/>
          <p:nvPr/>
        </p:nvGrpSpPr>
        <p:grpSpPr>
          <a:xfrm flipH="1">
            <a:off x="5870297" y="3482200"/>
            <a:ext cx="1929500" cy="2210100"/>
            <a:chOff x="295725" y="-3462825"/>
            <a:chExt cx="1929500" cy="2210100"/>
          </a:xfrm>
        </p:grpSpPr>
        <p:sp>
          <p:nvSpPr>
            <p:cNvPr id="921" name="Google Shape;921;p25"/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25"/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25"/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25"/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25"/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25"/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25"/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25"/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25"/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25"/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25"/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25"/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25"/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25"/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25"/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25"/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25"/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25"/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25"/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25"/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25"/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25"/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25"/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25"/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25"/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6" name="Google Shape;946;p25"/>
          <p:cNvGrpSpPr/>
          <p:nvPr/>
        </p:nvGrpSpPr>
        <p:grpSpPr>
          <a:xfrm>
            <a:off x="948060" y="3973813"/>
            <a:ext cx="1040638" cy="901375"/>
            <a:chOff x="948060" y="3972813"/>
            <a:chExt cx="1040638" cy="901375"/>
          </a:xfrm>
        </p:grpSpPr>
        <p:grpSp>
          <p:nvGrpSpPr>
            <p:cNvPr id="947" name="Google Shape;947;p25"/>
            <p:cNvGrpSpPr/>
            <p:nvPr/>
          </p:nvGrpSpPr>
          <p:grpSpPr>
            <a:xfrm flipH="1">
              <a:off x="948060" y="3972813"/>
              <a:ext cx="716725" cy="901375"/>
              <a:chOff x="-3888525" y="-2483300"/>
              <a:chExt cx="716725" cy="901375"/>
            </a:xfrm>
          </p:grpSpPr>
          <p:sp>
            <p:nvSpPr>
              <p:cNvPr id="948" name="Google Shape;948;p25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25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0" name="Google Shape;950;p25"/>
            <p:cNvGrpSpPr/>
            <p:nvPr/>
          </p:nvGrpSpPr>
          <p:grpSpPr>
            <a:xfrm flipH="1">
              <a:off x="1664772" y="4493938"/>
              <a:ext cx="323925" cy="323650"/>
              <a:chOff x="1608625" y="299800"/>
              <a:chExt cx="323925" cy="323650"/>
            </a:xfrm>
          </p:grpSpPr>
          <p:sp>
            <p:nvSpPr>
              <p:cNvPr id="951" name="Google Shape;951;p25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Google Shape;952;p25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Google Shape;953;p25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54" name="Google Shape;954;p25"/>
          <p:cNvGrpSpPr/>
          <p:nvPr/>
        </p:nvGrpSpPr>
        <p:grpSpPr>
          <a:xfrm>
            <a:off x="844385" y="2929368"/>
            <a:ext cx="4208350" cy="192185"/>
            <a:chOff x="948060" y="2996029"/>
            <a:chExt cx="4208350" cy="192185"/>
          </a:xfrm>
        </p:grpSpPr>
        <p:sp>
          <p:nvSpPr>
            <p:cNvPr id="955" name="Google Shape;955;p25"/>
            <p:cNvSpPr/>
            <p:nvPr/>
          </p:nvSpPr>
          <p:spPr>
            <a:xfrm rot="-2700000" flipH="1">
              <a:off x="1692865" y="3024234"/>
              <a:ext cx="136016" cy="135774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956" name="Google Shape;956;p25"/>
            <p:cNvCxnSpPr>
              <a:stCxn id="957" idx="6"/>
              <a:endCxn id="958" idx="2"/>
            </p:cNvCxnSpPr>
            <p:nvPr/>
          </p:nvCxnSpPr>
          <p:spPr>
            <a:xfrm rot="10800000">
              <a:off x="1005010" y="3091118"/>
              <a:ext cx="40944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57" name="Google Shape;957;p25"/>
            <p:cNvSpPr/>
            <p:nvPr/>
          </p:nvSpPr>
          <p:spPr>
            <a:xfrm flipH="1">
              <a:off x="5099410" y="3062618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25"/>
            <p:cNvSpPr/>
            <p:nvPr/>
          </p:nvSpPr>
          <p:spPr>
            <a:xfrm flipH="1">
              <a:off x="948060" y="306264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26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Съдържание</a:t>
            </a:r>
            <a:endParaRPr/>
          </a:p>
        </p:txBody>
      </p:sp>
      <p:sp>
        <p:nvSpPr>
          <p:cNvPr id="964" name="Google Shape;964;p26"/>
          <p:cNvSpPr txBox="1">
            <a:spLocks noGrp="1"/>
          </p:cNvSpPr>
          <p:nvPr>
            <p:ph type="title" idx="2"/>
          </p:nvPr>
        </p:nvSpPr>
        <p:spPr>
          <a:xfrm flipH="1">
            <a:off x="1033550" y="1377577"/>
            <a:ext cx="9405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965" name="Google Shape;965;p26"/>
          <p:cNvSpPr txBox="1">
            <a:spLocks noGrp="1"/>
          </p:cNvSpPr>
          <p:nvPr>
            <p:ph type="subTitle" idx="1"/>
          </p:nvPr>
        </p:nvSpPr>
        <p:spPr>
          <a:xfrm>
            <a:off x="1033550" y="2480675"/>
            <a:ext cx="2636100" cy="381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Какво е DHCP?</a:t>
            </a:r>
            <a:endParaRPr/>
          </a:p>
        </p:txBody>
      </p:sp>
      <p:sp>
        <p:nvSpPr>
          <p:cNvPr id="966" name="Google Shape;966;p26"/>
          <p:cNvSpPr txBox="1">
            <a:spLocks noGrp="1"/>
          </p:cNvSpPr>
          <p:nvPr>
            <p:ph type="subTitle" idx="3"/>
          </p:nvPr>
        </p:nvSpPr>
        <p:spPr>
          <a:xfrm>
            <a:off x="1033550" y="1945416"/>
            <a:ext cx="31929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Теоретична част</a:t>
            </a:r>
            <a:endParaRPr/>
          </a:p>
        </p:txBody>
      </p:sp>
      <p:sp>
        <p:nvSpPr>
          <p:cNvPr id="967" name="Google Shape;967;p26"/>
          <p:cNvSpPr txBox="1">
            <a:spLocks noGrp="1"/>
          </p:cNvSpPr>
          <p:nvPr>
            <p:ph type="title" idx="4"/>
          </p:nvPr>
        </p:nvSpPr>
        <p:spPr>
          <a:xfrm flipH="1">
            <a:off x="1033525" y="3039450"/>
            <a:ext cx="9405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968" name="Google Shape;968;p26"/>
          <p:cNvSpPr txBox="1">
            <a:spLocks noGrp="1"/>
          </p:cNvSpPr>
          <p:nvPr>
            <p:ph type="subTitle" idx="5"/>
          </p:nvPr>
        </p:nvSpPr>
        <p:spPr>
          <a:xfrm>
            <a:off x="1033550" y="4167675"/>
            <a:ext cx="3438000" cy="381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Как е изградена комуникацията?</a:t>
            </a:r>
            <a:endParaRPr/>
          </a:p>
        </p:txBody>
      </p:sp>
      <p:sp>
        <p:nvSpPr>
          <p:cNvPr id="969" name="Google Shape;969;p26"/>
          <p:cNvSpPr txBox="1">
            <a:spLocks noGrp="1"/>
          </p:cNvSpPr>
          <p:nvPr>
            <p:ph type="subTitle" idx="6"/>
          </p:nvPr>
        </p:nvSpPr>
        <p:spPr>
          <a:xfrm>
            <a:off x="1033550" y="3613450"/>
            <a:ext cx="31929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Архитектура</a:t>
            </a:r>
            <a:endParaRPr/>
          </a:p>
        </p:txBody>
      </p:sp>
      <p:grpSp>
        <p:nvGrpSpPr>
          <p:cNvPr id="970" name="Google Shape;970;p26"/>
          <p:cNvGrpSpPr/>
          <p:nvPr/>
        </p:nvGrpSpPr>
        <p:grpSpPr>
          <a:xfrm rot="10800000">
            <a:off x="7379194" y="-538557"/>
            <a:ext cx="1803578" cy="1592367"/>
            <a:chOff x="-4912150" y="-393637"/>
            <a:chExt cx="2057000" cy="1816112"/>
          </a:xfrm>
        </p:grpSpPr>
        <p:sp>
          <p:nvSpPr>
            <p:cNvPr id="971" name="Google Shape;971;p26"/>
            <p:cNvSpPr/>
            <p:nvPr/>
          </p:nvSpPr>
          <p:spPr>
            <a:xfrm>
              <a:off x="-4604150" y="-280425"/>
              <a:ext cx="858750" cy="1117575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26"/>
            <p:cNvSpPr/>
            <p:nvPr/>
          </p:nvSpPr>
          <p:spPr>
            <a:xfrm>
              <a:off x="-3780300" y="-305525"/>
              <a:ext cx="62525" cy="57000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26"/>
            <p:cNvSpPr/>
            <p:nvPr/>
          </p:nvSpPr>
          <p:spPr>
            <a:xfrm>
              <a:off x="-4199050" y="281125"/>
              <a:ext cx="155150" cy="154850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26"/>
            <p:cNvSpPr/>
            <p:nvPr/>
          </p:nvSpPr>
          <p:spPr>
            <a:xfrm>
              <a:off x="-4514575" y="97000"/>
              <a:ext cx="740775" cy="896950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26"/>
            <p:cNvSpPr/>
            <p:nvPr/>
          </p:nvSpPr>
          <p:spPr>
            <a:xfrm>
              <a:off x="-3809300" y="72075"/>
              <a:ext cx="61400" cy="56825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26"/>
            <p:cNvSpPr/>
            <p:nvPr/>
          </p:nvSpPr>
          <p:spPr>
            <a:xfrm>
              <a:off x="-4203525" y="-330075"/>
              <a:ext cx="275400" cy="273925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26"/>
            <p:cNvSpPr/>
            <p:nvPr/>
          </p:nvSpPr>
          <p:spPr>
            <a:xfrm>
              <a:off x="-3964425" y="-355100"/>
              <a:ext cx="64750" cy="56950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26"/>
            <p:cNvSpPr/>
            <p:nvPr/>
          </p:nvSpPr>
          <p:spPr>
            <a:xfrm>
              <a:off x="-4230300" y="-88200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26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26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26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26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26"/>
            <p:cNvSpPr/>
            <p:nvPr/>
          </p:nvSpPr>
          <p:spPr>
            <a:xfrm>
              <a:off x="-3761575" y="553550"/>
              <a:ext cx="51025" cy="38375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26"/>
            <p:cNvSpPr/>
            <p:nvPr/>
          </p:nvSpPr>
          <p:spPr>
            <a:xfrm>
              <a:off x="-4478025" y="655725"/>
              <a:ext cx="666475" cy="651250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26"/>
            <p:cNvSpPr/>
            <p:nvPr/>
          </p:nvSpPr>
          <p:spPr>
            <a:xfrm>
              <a:off x="-4579025" y="1370700"/>
              <a:ext cx="46900" cy="38375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26"/>
            <p:cNvSpPr/>
            <p:nvPr/>
          </p:nvSpPr>
          <p:spPr>
            <a:xfrm>
              <a:off x="-4912150" y="393325"/>
              <a:ext cx="547675" cy="546850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26"/>
            <p:cNvSpPr/>
            <p:nvPr/>
          </p:nvSpPr>
          <p:spPr>
            <a:xfrm>
              <a:off x="-3508415" y="-393637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26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26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0" name="Google Shape;990;p26"/>
          <p:cNvSpPr txBox="1">
            <a:spLocks noGrp="1"/>
          </p:cNvSpPr>
          <p:nvPr>
            <p:ph type="title" idx="7"/>
          </p:nvPr>
        </p:nvSpPr>
        <p:spPr>
          <a:xfrm flipH="1">
            <a:off x="7169950" y="1377578"/>
            <a:ext cx="9405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991" name="Google Shape;991;p26"/>
          <p:cNvSpPr txBox="1">
            <a:spLocks noGrp="1"/>
          </p:cNvSpPr>
          <p:nvPr>
            <p:ph type="subTitle" idx="8"/>
          </p:nvPr>
        </p:nvSpPr>
        <p:spPr>
          <a:xfrm>
            <a:off x="4000500" y="2480675"/>
            <a:ext cx="4110000" cy="381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Конфигурация на сървър и клиенти</a:t>
            </a:r>
            <a:endParaRPr/>
          </a:p>
        </p:txBody>
      </p:sp>
      <p:sp>
        <p:nvSpPr>
          <p:cNvPr id="992" name="Google Shape;992;p26"/>
          <p:cNvSpPr txBox="1">
            <a:spLocks noGrp="1"/>
          </p:cNvSpPr>
          <p:nvPr>
            <p:ph type="subTitle" idx="9"/>
          </p:nvPr>
        </p:nvSpPr>
        <p:spPr>
          <a:xfrm>
            <a:off x="4917550" y="1945416"/>
            <a:ext cx="31929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Сървър и Клиент</a:t>
            </a:r>
            <a:endParaRPr/>
          </a:p>
        </p:txBody>
      </p:sp>
      <p:sp>
        <p:nvSpPr>
          <p:cNvPr id="993" name="Google Shape;993;p26"/>
          <p:cNvSpPr txBox="1">
            <a:spLocks noGrp="1"/>
          </p:cNvSpPr>
          <p:nvPr>
            <p:ph type="title" idx="13"/>
          </p:nvPr>
        </p:nvSpPr>
        <p:spPr>
          <a:xfrm flipH="1">
            <a:off x="7169950" y="3039450"/>
            <a:ext cx="9405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994" name="Google Shape;994;p26"/>
          <p:cNvSpPr txBox="1">
            <a:spLocks noGrp="1"/>
          </p:cNvSpPr>
          <p:nvPr>
            <p:ph type="subTitle" idx="14"/>
          </p:nvPr>
        </p:nvSpPr>
        <p:spPr>
          <a:xfrm>
            <a:off x="5474325" y="4167677"/>
            <a:ext cx="2636100" cy="381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Как работи?</a:t>
            </a:r>
            <a:endParaRPr/>
          </a:p>
        </p:txBody>
      </p:sp>
      <p:sp>
        <p:nvSpPr>
          <p:cNvPr id="995" name="Google Shape;995;p26"/>
          <p:cNvSpPr txBox="1">
            <a:spLocks noGrp="1"/>
          </p:cNvSpPr>
          <p:nvPr>
            <p:ph type="subTitle" idx="15"/>
          </p:nvPr>
        </p:nvSpPr>
        <p:spPr>
          <a:xfrm>
            <a:off x="4917550" y="3613450"/>
            <a:ext cx="31929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Демо</a:t>
            </a:r>
            <a:endParaRPr/>
          </a:p>
        </p:txBody>
      </p:sp>
      <p:grpSp>
        <p:nvGrpSpPr>
          <p:cNvPr id="996" name="Google Shape;996;p26"/>
          <p:cNvGrpSpPr/>
          <p:nvPr/>
        </p:nvGrpSpPr>
        <p:grpSpPr>
          <a:xfrm>
            <a:off x="2868450" y="1050283"/>
            <a:ext cx="3407100" cy="192184"/>
            <a:chOff x="1512197" y="1069304"/>
            <a:chExt cx="3407100" cy="192184"/>
          </a:xfrm>
        </p:grpSpPr>
        <p:grpSp>
          <p:nvGrpSpPr>
            <p:cNvPr id="997" name="Google Shape;997;p26"/>
            <p:cNvGrpSpPr/>
            <p:nvPr/>
          </p:nvGrpSpPr>
          <p:grpSpPr>
            <a:xfrm>
              <a:off x="1512197" y="1069304"/>
              <a:ext cx="3350100" cy="192184"/>
              <a:chOff x="2944697" y="1069304"/>
              <a:chExt cx="3350100" cy="192184"/>
            </a:xfrm>
          </p:grpSpPr>
          <p:sp>
            <p:nvSpPr>
              <p:cNvPr id="998" name="Google Shape;998;p26"/>
              <p:cNvSpPr/>
              <p:nvPr/>
            </p:nvSpPr>
            <p:spPr>
              <a:xfrm rot="-2700000" flipH="1">
                <a:off x="45080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999" name="Google Shape;999;p26"/>
              <p:cNvCxnSpPr>
                <a:stCxn id="1000" idx="6"/>
                <a:endCxn id="1001" idx="2"/>
              </p:cNvCxnSpPr>
              <p:nvPr/>
            </p:nvCxnSpPr>
            <p:spPr>
              <a:xfrm rot="10800000">
                <a:off x="3001697" y="1164492"/>
                <a:ext cx="32931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01" name="Google Shape;1001;p26"/>
              <p:cNvSpPr/>
              <p:nvPr/>
            </p:nvSpPr>
            <p:spPr>
              <a:xfrm flipH="1">
                <a:off x="29446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00" name="Google Shape;1000;p26"/>
            <p:cNvSpPr/>
            <p:nvPr/>
          </p:nvSpPr>
          <p:spPr>
            <a:xfrm flipH="1">
              <a:off x="4862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2" name="Google Shape;1002;p26"/>
          <p:cNvGrpSpPr/>
          <p:nvPr/>
        </p:nvGrpSpPr>
        <p:grpSpPr>
          <a:xfrm>
            <a:off x="1148150" y="2282921"/>
            <a:ext cx="6847800" cy="192185"/>
            <a:chOff x="1148150" y="2347308"/>
            <a:chExt cx="6847800" cy="192185"/>
          </a:xfrm>
        </p:grpSpPr>
        <p:cxnSp>
          <p:nvCxnSpPr>
            <p:cNvPr id="1003" name="Google Shape;1003;p26"/>
            <p:cNvCxnSpPr>
              <a:stCxn id="1004" idx="2"/>
              <a:endCxn id="1005" idx="6"/>
            </p:cNvCxnSpPr>
            <p:nvPr/>
          </p:nvCxnSpPr>
          <p:spPr>
            <a:xfrm>
              <a:off x="1205150" y="2443408"/>
              <a:ext cx="6733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04" name="Google Shape;1004;p26"/>
            <p:cNvSpPr/>
            <p:nvPr/>
          </p:nvSpPr>
          <p:spPr>
            <a:xfrm flipH="1">
              <a:off x="1148150" y="2414908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26"/>
            <p:cNvSpPr/>
            <p:nvPr/>
          </p:nvSpPr>
          <p:spPr>
            <a:xfrm flipH="1">
              <a:off x="7938950" y="2414908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26"/>
            <p:cNvSpPr/>
            <p:nvPr/>
          </p:nvSpPr>
          <p:spPr>
            <a:xfrm rot="-2700000" flipH="1">
              <a:off x="4062342" y="2375513"/>
              <a:ext cx="136016" cy="135774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7" name="Google Shape;1007;p26"/>
          <p:cNvGrpSpPr/>
          <p:nvPr/>
        </p:nvGrpSpPr>
        <p:grpSpPr>
          <a:xfrm>
            <a:off x="1148150" y="3957025"/>
            <a:ext cx="6847800" cy="192185"/>
            <a:chOff x="1148150" y="2347308"/>
            <a:chExt cx="6847800" cy="192185"/>
          </a:xfrm>
        </p:grpSpPr>
        <p:cxnSp>
          <p:nvCxnSpPr>
            <p:cNvPr id="1008" name="Google Shape;1008;p26"/>
            <p:cNvCxnSpPr>
              <a:stCxn id="1009" idx="2"/>
              <a:endCxn id="1010" idx="6"/>
            </p:cNvCxnSpPr>
            <p:nvPr/>
          </p:nvCxnSpPr>
          <p:spPr>
            <a:xfrm>
              <a:off x="1205150" y="2443408"/>
              <a:ext cx="6733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09" name="Google Shape;1009;p26"/>
            <p:cNvSpPr/>
            <p:nvPr/>
          </p:nvSpPr>
          <p:spPr>
            <a:xfrm flipH="1">
              <a:off x="1148150" y="2414908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26"/>
            <p:cNvSpPr/>
            <p:nvPr/>
          </p:nvSpPr>
          <p:spPr>
            <a:xfrm flipH="1">
              <a:off x="7938950" y="2414908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26"/>
            <p:cNvSpPr/>
            <p:nvPr/>
          </p:nvSpPr>
          <p:spPr>
            <a:xfrm rot="-8100000">
              <a:off x="5353817" y="2375513"/>
              <a:ext cx="136016" cy="135774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27"/>
          <p:cNvSpPr txBox="1">
            <a:spLocks noGrp="1"/>
          </p:cNvSpPr>
          <p:nvPr>
            <p:ph type="title"/>
          </p:nvPr>
        </p:nvSpPr>
        <p:spPr>
          <a:xfrm>
            <a:off x="2598875" y="787425"/>
            <a:ext cx="3946500" cy="11751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017" name="Google Shape;1017;p27"/>
          <p:cNvSpPr txBox="1">
            <a:spLocks noGrp="1"/>
          </p:cNvSpPr>
          <p:nvPr>
            <p:ph type="title" idx="2"/>
          </p:nvPr>
        </p:nvSpPr>
        <p:spPr>
          <a:xfrm>
            <a:off x="2598625" y="2347850"/>
            <a:ext cx="3946500" cy="12291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Montserrat Medium"/>
                <a:ea typeface="Montserrat Medium"/>
                <a:cs typeface="Montserrat Medium"/>
                <a:sym typeface="Montserrat Medium"/>
              </a:rPr>
              <a:t>Теоретична част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018" name="Google Shape;1018;p27"/>
          <p:cNvGrpSpPr/>
          <p:nvPr/>
        </p:nvGrpSpPr>
        <p:grpSpPr>
          <a:xfrm>
            <a:off x="2972897" y="2089316"/>
            <a:ext cx="3478000" cy="192185"/>
            <a:chOff x="4788672" y="2177404"/>
            <a:chExt cx="3478000" cy="192185"/>
          </a:xfrm>
        </p:grpSpPr>
        <p:sp>
          <p:nvSpPr>
            <p:cNvPr id="1019" name="Google Shape;1019;p27"/>
            <p:cNvSpPr/>
            <p:nvPr/>
          </p:nvSpPr>
          <p:spPr>
            <a:xfrm rot="-2700000" flipH="1">
              <a:off x="7250940" y="2205609"/>
              <a:ext cx="136016" cy="135774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020" name="Google Shape;1020;p27"/>
            <p:cNvCxnSpPr>
              <a:stCxn id="1021" idx="6"/>
              <a:endCxn id="1022" idx="2"/>
            </p:cNvCxnSpPr>
            <p:nvPr/>
          </p:nvCxnSpPr>
          <p:spPr>
            <a:xfrm rot="10800000">
              <a:off x="4845772" y="2272517"/>
              <a:ext cx="33639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22" name="Google Shape;1022;p27"/>
            <p:cNvSpPr/>
            <p:nvPr/>
          </p:nvSpPr>
          <p:spPr>
            <a:xfrm flipH="1">
              <a:off x="4788672" y="2244017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27"/>
            <p:cNvSpPr/>
            <p:nvPr/>
          </p:nvSpPr>
          <p:spPr>
            <a:xfrm flipH="1">
              <a:off x="8209672" y="2244017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3" name="Google Shape;1023;p27"/>
          <p:cNvGrpSpPr/>
          <p:nvPr/>
        </p:nvGrpSpPr>
        <p:grpSpPr>
          <a:xfrm flipH="1">
            <a:off x="7834772" y="2544125"/>
            <a:ext cx="1929500" cy="2210100"/>
            <a:chOff x="295725" y="-3462825"/>
            <a:chExt cx="1929500" cy="2210100"/>
          </a:xfrm>
        </p:grpSpPr>
        <p:sp>
          <p:nvSpPr>
            <p:cNvPr id="1024" name="Google Shape;1024;p27"/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27"/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27"/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27"/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27"/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27"/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27"/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27"/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27"/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27"/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27"/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27"/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27"/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27"/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27"/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27"/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27"/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27"/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27"/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27"/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27"/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27"/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27"/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27"/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27"/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9" name="Google Shape;1049;p27"/>
          <p:cNvGrpSpPr/>
          <p:nvPr/>
        </p:nvGrpSpPr>
        <p:grpSpPr>
          <a:xfrm>
            <a:off x="1005972" y="2347838"/>
            <a:ext cx="873188" cy="546900"/>
            <a:chOff x="1115510" y="4327288"/>
            <a:chExt cx="873188" cy="546900"/>
          </a:xfrm>
        </p:grpSpPr>
        <p:sp>
          <p:nvSpPr>
            <p:cNvPr id="1050" name="Google Shape;1050;p27"/>
            <p:cNvSpPr/>
            <p:nvPr/>
          </p:nvSpPr>
          <p:spPr>
            <a:xfrm flipH="1">
              <a:off x="1115510" y="4327288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51" name="Google Shape;1051;p27"/>
            <p:cNvGrpSpPr/>
            <p:nvPr/>
          </p:nvGrpSpPr>
          <p:grpSpPr>
            <a:xfrm flipH="1">
              <a:off x="1664772" y="4493938"/>
              <a:ext cx="323925" cy="323650"/>
              <a:chOff x="1608625" y="299800"/>
              <a:chExt cx="323925" cy="323650"/>
            </a:xfrm>
          </p:grpSpPr>
          <p:sp>
            <p:nvSpPr>
              <p:cNvPr id="1052" name="Google Shape;1052;p27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27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27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28"/>
          <p:cNvSpPr txBox="1">
            <a:spLocks noGrp="1"/>
          </p:cNvSpPr>
          <p:nvPr>
            <p:ph type="subTitle" idx="5"/>
          </p:nvPr>
        </p:nvSpPr>
        <p:spPr>
          <a:xfrm>
            <a:off x="6049950" y="2723562"/>
            <a:ext cx="2311200" cy="766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Къде се прилага?</a:t>
            </a:r>
            <a:endParaRPr/>
          </a:p>
        </p:txBody>
      </p:sp>
      <p:sp>
        <p:nvSpPr>
          <p:cNvPr id="1060" name="Google Shape;1060;p28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DHCP</a:t>
            </a:r>
            <a:endParaRPr/>
          </a:p>
        </p:txBody>
      </p:sp>
      <p:sp>
        <p:nvSpPr>
          <p:cNvPr id="1061" name="Google Shape;1061;p28"/>
          <p:cNvSpPr txBox="1">
            <a:spLocks noGrp="1"/>
          </p:cNvSpPr>
          <p:nvPr>
            <p:ph type="subTitle" idx="1"/>
          </p:nvPr>
        </p:nvSpPr>
        <p:spPr>
          <a:xfrm>
            <a:off x="782850" y="2723562"/>
            <a:ext cx="2311200" cy="766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Какво представлява?</a:t>
            </a:r>
            <a:endParaRPr/>
          </a:p>
        </p:txBody>
      </p:sp>
      <p:grpSp>
        <p:nvGrpSpPr>
          <p:cNvPr id="1062" name="Google Shape;1062;p28"/>
          <p:cNvGrpSpPr/>
          <p:nvPr/>
        </p:nvGrpSpPr>
        <p:grpSpPr>
          <a:xfrm>
            <a:off x="1611150" y="1050283"/>
            <a:ext cx="5921700" cy="192184"/>
            <a:chOff x="902597" y="1069304"/>
            <a:chExt cx="5921700" cy="192184"/>
          </a:xfrm>
        </p:grpSpPr>
        <p:grpSp>
          <p:nvGrpSpPr>
            <p:cNvPr id="1063" name="Google Shape;1063;p28"/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1064" name="Google Shape;1064;p28"/>
              <p:cNvSpPr/>
              <p:nvPr/>
            </p:nvSpPr>
            <p:spPr>
              <a:xfrm rot="-2700000" flipH="1">
                <a:off x="3212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65" name="Google Shape;1065;p28"/>
              <p:cNvCxnSpPr>
                <a:stCxn id="1066" idx="6"/>
                <a:endCxn id="1067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67" name="Google Shape;1067;p28"/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66" name="Google Shape;1066;p28"/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8" name="Google Shape;1068;p28"/>
          <p:cNvSpPr/>
          <p:nvPr/>
        </p:nvSpPr>
        <p:spPr>
          <a:xfrm>
            <a:off x="7033881" y="2247418"/>
            <a:ext cx="343335" cy="343303"/>
          </a:xfrm>
          <a:custGeom>
            <a:avLst/>
            <a:gdLst/>
            <a:ahLst/>
            <a:cxnLst/>
            <a:rect l="l" t="t" r="r" b="b"/>
            <a:pathLst>
              <a:path w="10812" h="10811" extrusionOk="0">
                <a:moveTo>
                  <a:pt x="2769" y="2858"/>
                </a:moveTo>
                <a:cubicBezTo>
                  <a:pt x="2830" y="2858"/>
                  <a:pt x="2892" y="2866"/>
                  <a:pt x="2954" y="2881"/>
                </a:cubicBezTo>
                <a:cubicBezTo>
                  <a:pt x="3251" y="2941"/>
                  <a:pt x="3489" y="3191"/>
                  <a:pt x="3549" y="3489"/>
                </a:cubicBezTo>
                <a:cubicBezTo>
                  <a:pt x="3608" y="3774"/>
                  <a:pt x="3501" y="4036"/>
                  <a:pt x="3275" y="4227"/>
                </a:cubicBezTo>
                <a:cubicBezTo>
                  <a:pt x="3132" y="4346"/>
                  <a:pt x="3037" y="4548"/>
                  <a:pt x="3037" y="4739"/>
                </a:cubicBezTo>
                <a:lnTo>
                  <a:pt x="3037" y="5084"/>
                </a:lnTo>
                <a:cubicBezTo>
                  <a:pt x="3037" y="5346"/>
                  <a:pt x="3263" y="5572"/>
                  <a:pt x="3525" y="5572"/>
                </a:cubicBezTo>
                <a:lnTo>
                  <a:pt x="5228" y="5572"/>
                </a:lnTo>
                <a:lnTo>
                  <a:pt x="5228" y="7263"/>
                </a:lnTo>
                <a:cubicBezTo>
                  <a:pt x="5228" y="7370"/>
                  <a:pt x="5156" y="7441"/>
                  <a:pt x="5049" y="7441"/>
                </a:cubicBezTo>
                <a:lnTo>
                  <a:pt x="4704" y="7441"/>
                </a:lnTo>
                <a:cubicBezTo>
                  <a:pt x="4597" y="7441"/>
                  <a:pt x="4513" y="7406"/>
                  <a:pt x="4442" y="7322"/>
                </a:cubicBezTo>
                <a:cubicBezTo>
                  <a:pt x="4225" y="7076"/>
                  <a:pt x="3925" y="6935"/>
                  <a:pt x="3599" y="6935"/>
                </a:cubicBezTo>
                <a:cubicBezTo>
                  <a:pt x="3532" y="6935"/>
                  <a:pt x="3463" y="6941"/>
                  <a:pt x="3394" y="6953"/>
                </a:cubicBezTo>
                <a:cubicBezTo>
                  <a:pt x="2965" y="7025"/>
                  <a:pt x="2620" y="7370"/>
                  <a:pt x="2537" y="7787"/>
                </a:cubicBezTo>
                <a:cubicBezTo>
                  <a:pt x="2453" y="8120"/>
                  <a:pt x="2549" y="8454"/>
                  <a:pt x="2751" y="8715"/>
                </a:cubicBezTo>
                <a:cubicBezTo>
                  <a:pt x="2965" y="8965"/>
                  <a:pt x="3275" y="9108"/>
                  <a:pt x="3608" y="9108"/>
                </a:cubicBezTo>
                <a:cubicBezTo>
                  <a:pt x="3930" y="9108"/>
                  <a:pt x="4227" y="8965"/>
                  <a:pt x="4442" y="8715"/>
                </a:cubicBezTo>
                <a:cubicBezTo>
                  <a:pt x="4501" y="8632"/>
                  <a:pt x="4585" y="8608"/>
                  <a:pt x="4692" y="8608"/>
                </a:cubicBezTo>
                <a:lnTo>
                  <a:pt x="5037" y="8608"/>
                </a:lnTo>
                <a:cubicBezTo>
                  <a:pt x="5132" y="8608"/>
                  <a:pt x="5216" y="8680"/>
                  <a:pt x="5216" y="8787"/>
                </a:cubicBezTo>
                <a:lnTo>
                  <a:pt x="5216" y="10501"/>
                </a:lnTo>
                <a:lnTo>
                  <a:pt x="846" y="10501"/>
                </a:lnTo>
                <a:cubicBezTo>
                  <a:pt x="572" y="10501"/>
                  <a:pt x="334" y="10263"/>
                  <a:pt x="334" y="9977"/>
                </a:cubicBezTo>
                <a:lnTo>
                  <a:pt x="334" y="5572"/>
                </a:lnTo>
                <a:lnTo>
                  <a:pt x="2025" y="5572"/>
                </a:lnTo>
                <a:cubicBezTo>
                  <a:pt x="2299" y="5572"/>
                  <a:pt x="2513" y="5346"/>
                  <a:pt x="2513" y="5084"/>
                </a:cubicBezTo>
                <a:lnTo>
                  <a:pt x="2513" y="4727"/>
                </a:lnTo>
                <a:cubicBezTo>
                  <a:pt x="2513" y="4513"/>
                  <a:pt x="2430" y="4334"/>
                  <a:pt x="2299" y="4215"/>
                </a:cubicBezTo>
                <a:cubicBezTo>
                  <a:pt x="2120" y="4072"/>
                  <a:pt x="2013" y="3858"/>
                  <a:pt x="2013" y="3620"/>
                </a:cubicBezTo>
                <a:cubicBezTo>
                  <a:pt x="2013" y="3381"/>
                  <a:pt x="2120" y="3179"/>
                  <a:pt x="2299" y="3024"/>
                </a:cubicBezTo>
                <a:cubicBezTo>
                  <a:pt x="2431" y="2919"/>
                  <a:pt x="2596" y="2858"/>
                  <a:pt x="2769" y="2858"/>
                </a:cubicBezTo>
                <a:close/>
                <a:moveTo>
                  <a:pt x="10014" y="298"/>
                </a:moveTo>
                <a:cubicBezTo>
                  <a:pt x="10300" y="298"/>
                  <a:pt x="10538" y="536"/>
                  <a:pt x="10538" y="822"/>
                </a:cubicBezTo>
                <a:lnTo>
                  <a:pt x="10538" y="5239"/>
                </a:lnTo>
                <a:lnTo>
                  <a:pt x="10312" y="5239"/>
                </a:lnTo>
                <a:cubicBezTo>
                  <a:pt x="10228" y="5239"/>
                  <a:pt x="10157" y="5322"/>
                  <a:pt x="10157" y="5406"/>
                </a:cubicBezTo>
                <a:cubicBezTo>
                  <a:pt x="10157" y="5501"/>
                  <a:pt x="10228" y="5572"/>
                  <a:pt x="10312" y="5572"/>
                </a:cubicBezTo>
                <a:lnTo>
                  <a:pt x="10490" y="5572"/>
                </a:lnTo>
                <a:lnTo>
                  <a:pt x="10490" y="9977"/>
                </a:lnTo>
                <a:cubicBezTo>
                  <a:pt x="10490" y="10263"/>
                  <a:pt x="10252" y="10501"/>
                  <a:pt x="9978" y="10501"/>
                </a:cubicBezTo>
                <a:lnTo>
                  <a:pt x="5573" y="10501"/>
                </a:lnTo>
                <a:lnTo>
                  <a:pt x="5573" y="8799"/>
                </a:lnTo>
                <a:cubicBezTo>
                  <a:pt x="5573" y="8537"/>
                  <a:pt x="5347" y="8311"/>
                  <a:pt x="5073" y="8311"/>
                </a:cubicBezTo>
                <a:lnTo>
                  <a:pt x="4739" y="8311"/>
                </a:lnTo>
                <a:cubicBezTo>
                  <a:pt x="4525" y="8311"/>
                  <a:pt x="4347" y="8394"/>
                  <a:pt x="4227" y="8537"/>
                </a:cubicBezTo>
                <a:cubicBezTo>
                  <a:pt x="4085" y="8715"/>
                  <a:pt x="3870" y="8811"/>
                  <a:pt x="3632" y="8811"/>
                </a:cubicBezTo>
                <a:cubicBezTo>
                  <a:pt x="3394" y="8811"/>
                  <a:pt x="3192" y="8715"/>
                  <a:pt x="3037" y="8537"/>
                </a:cubicBezTo>
                <a:cubicBezTo>
                  <a:pt x="2894" y="8358"/>
                  <a:pt x="2834" y="8120"/>
                  <a:pt x="2894" y="7882"/>
                </a:cubicBezTo>
                <a:cubicBezTo>
                  <a:pt x="2954" y="7584"/>
                  <a:pt x="3204" y="7346"/>
                  <a:pt x="3501" y="7287"/>
                </a:cubicBezTo>
                <a:cubicBezTo>
                  <a:pt x="3557" y="7275"/>
                  <a:pt x="3612" y="7269"/>
                  <a:pt x="3665" y="7269"/>
                </a:cubicBezTo>
                <a:cubicBezTo>
                  <a:pt x="3887" y="7269"/>
                  <a:pt x="4086" y="7367"/>
                  <a:pt x="4239" y="7549"/>
                </a:cubicBezTo>
                <a:cubicBezTo>
                  <a:pt x="4358" y="7703"/>
                  <a:pt x="4561" y="7787"/>
                  <a:pt x="4751" y="7787"/>
                </a:cubicBezTo>
                <a:lnTo>
                  <a:pt x="5097" y="7787"/>
                </a:lnTo>
                <a:cubicBezTo>
                  <a:pt x="5359" y="7787"/>
                  <a:pt x="5585" y="7561"/>
                  <a:pt x="5585" y="7299"/>
                </a:cubicBezTo>
                <a:lnTo>
                  <a:pt x="5585" y="5596"/>
                </a:lnTo>
                <a:lnTo>
                  <a:pt x="7275" y="5596"/>
                </a:lnTo>
                <a:cubicBezTo>
                  <a:pt x="7383" y="5596"/>
                  <a:pt x="7454" y="5679"/>
                  <a:pt x="7454" y="5775"/>
                </a:cubicBezTo>
                <a:lnTo>
                  <a:pt x="7454" y="6120"/>
                </a:lnTo>
                <a:cubicBezTo>
                  <a:pt x="7454" y="6227"/>
                  <a:pt x="7418" y="6310"/>
                  <a:pt x="7335" y="6394"/>
                </a:cubicBezTo>
                <a:cubicBezTo>
                  <a:pt x="7037" y="6644"/>
                  <a:pt x="6894" y="7025"/>
                  <a:pt x="6966" y="7430"/>
                </a:cubicBezTo>
                <a:cubicBezTo>
                  <a:pt x="7037" y="7858"/>
                  <a:pt x="7383" y="8203"/>
                  <a:pt x="7799" y="8299"/>
                </a:cubicBezTo>
                <a:cubicBezTo>
                  <a:pt x="7871" y="8311"/>
                  <a:pt x="7954" y="8323"/>
                  <a:pt x="8037" y="8323"/>
                </a:cubicBezTo>
                <a:cubicBezTo>
                  <a:pt x="8288" y="8323"/>
                  <a:pt x="8526" y="8239"/>
                  <a:pt x="8728" y="8084"/>
                </a:cubicBezTo>
                <a:cubicBezTo>
                  <a:pt x="8978" y="7882"/>
                  <a:pt x="9121" y="7561"/>
                  <a:pt x="9121" y="7239"/>
                </a:cubicBezTo>
                <a:cubicBezTo>
                  <a:pt x="9121" y="6906"/>
                  <a:pt x="8978" y="6608"/>
                  <a:pt x="8728" y="6406"/>
                </a:cubicBezTo>
                <a:cubicBezTo>
                  <a:pt x="8645" y="6346"/>
                  <a:pt x="8621" y="6251"/>
                  <a:pt x="8621" y="6132"/>
                </a:cubicBezTo>
                <a:lnTo>
                  <a:pt x="8621" y="5798"/>
                </a:lnTo>
                <a:cubicBezTo>
                  <a:pt x="8621" y="5691"/>
                  <a:pt x="8692" y="5620"/>
                  <a:pt x="8799" y="5620"/>
                </a:cubicBezTo>
                <a:lnTo>
                  <a:pt x="9645" y="5620"/>
                </a:lnTo>
                <a:cubicBezTo>
                  <a:pt x="9740" y="5620"/>
                  <a:pt x="9812" y="5536"/>
                  <a:pt x="9812" y="5453"/>
                </a:cubicBezTo>
                <a:cubicBezTo>
                  <a:pt x="9812" y="5358"/>
                  <a:pt x="9740" y="5286"/>
                  <a:pt x="9645" y="5286"/>
                </a:cubicBezTo>
                <a:lnTo>
                  <a:pt x="8799" y="5286"/>
                </a:lnTo>
                <a:cubicBezTo>
                  <a:pt x="8526" y="5286"/>
                  <a:pt x="8311" y="5513"/>
                  <a:pt x="8311" y="5775"/>
                </a:cubicBezTo>
                <a:lnTo>
                  <a:pt x="8311" y="6120"/>
                </a:lnTo>
                <a:cubicBezTo>
                  <a:pt x="8311" y="6334"/>
                  <a:pt x="8395" y="6513"/>
                  <a:pt x="8526" y="6632"/>
                </a:cubicBezTo>
                <a:cubicBezTo>
                  <a:pt x="8704" y="6775"/>
                  <a:pt x="8811" y="6989"/>
                  <a:pt x="8811" y="7227"/>
                </a:cubicBezTo>
                <a:cubicBezTo>
                  <a:pt x="8811" y="7465"/>
                  <a:pt x="8704" y="7668"/>
                  <a:pt x="8526" y="7822"/>
                </a:cubicBezTo>
                <a:cubicBezTo>
                  <a:pt x="8394" y="7928"/>
                  <a:pt x="8229" y="7988"/>
                  <a:pt x="8056" y="7988"/>
                </a:cubicBezTo>
                <a:cubicBezTo>
                  <a:pt x="7995" y="7988"/>
                  <a:pt x="7933" y="7981"/>
                  <a:pt x="7871" y="7965"/>
                </a:cubicBezTo>
                <a:cubicBezTo>
                  <a:pt x="7573" y="7906"/>
                  <a:pt x="7335" y="7656"/>
                  <a:pt x="7275" y="7358"/>
                </a:cubicBezTo>
                <a:cubicBezTo>
                  <a:pt x="7216" y="7072"/>
                  <a:pt x="7323" y="6810"/>
                  <a:pt x="7549" y="6608"/>
                </a:cubicBezTo>
                <a:cubicBezTo>
                  <a:pt x="7692" y="6489"/>
                  <a:pt x="7787" y="6298"/>
                  <a:pt x="7787" y="6108"/>
                </a:cubicBezTo>
                <a:lnTo>
                  <a:pt x="7787" y="5763"/>
                </a:lnTo>
                <a:cubicBezTo>
                  <a:pt x="7787" y="5501"/>
                  <a:pt x="7561" y="5275"/>
                  <a:pt x="7287" y="5275"/>
                </a:cubicBezTo>
                <a:lnTo>
                  <a:pt x="5597" y="5275"/>
                </a:lnTo>
                <a:lnTo>
                  <a:pt x="5597" y="3572"/>
                </a:lnTo>
                <a:cubicBezTo>
                  <a:pt x="5597" y="3477"/>
                  <a:pt x="5668" y="3393"/>
                  <a:pt x="5775" y="3393"/>
                </a:cubicBezTo>
                <a:lnTo>
                  <a:pt x="6121" y="3393"/>
                </a:lnTo>
                <a:cubicBezTo>
                  <a:pt x="6216" y="3393"/>
                  <a:pt x="6311" y="3441"/>
                  <a:pt x="6383" y="3512"/>
                </a:cubicBezTo>
                <a:cubicBezTo>
                  <a:pt x="6592" y="3762"/>
                  <a:pt x="6901" y="3911"/>
                  <a:pt x="7234" y="3911"/>
                </a:cubicBezTo>
                <a:cubicBezTo>
                  <a:pt x="7299" y="3911"/>
                  <a:pt x="7364" y="3905"/>
                  <a:pt x="7430" y="3893"/>
                </a:cubicBezTo>
                <a:cubicBezTo>
                  <a:pt x="7859" y="3810"/>
                  <a:pt x="8204" y="3477"/>
                  <a:pt x="8288" y="3060"/>
                </a:cubicBezTo>
                <a:cubicBezTo>
                  <a:pt x="8359" y="2727"/>
                  <a:pt x="8276" y="2381"/>
                  <a:pt x="8061" y="2131"/>
                </a:cubicBezTo>
                <a:cubicBezTo>
                  <a:pt x="7859" y="1881"/>
                  <a:pt x="7549" y="1726"/>
                  <a:pt x="7216" y="1726"/>
                </a:cubicBezTo>
                <a:cubicBezTo>
                  <a:pt x="6894" y="1726"/>
                  <a:pt x="6597" y="1881"/>
                  <a:pt x="6383" y="2131"/>
                </a:cubicBezTo>
                <a:cubicBezTo>
                  <a:pt x="6323" y="2203"/>
                  <a:pt x="6240" y="2238"/>
                  <a:pt x="6132" y="2238"/>
                </a:cubicBezTo>
                <a:lnTo>
                  <a:pt x="5787" y="2238"/>
                </a:lnTo>
                <a:cubicBezTo>
                  <a:pt x="5680" y="2238"/>
                  <a:pt x="5609" y="2167"/>
                  <a:pt x="5609" y="2060"/>
                </a:cubicBezTo>
                <a:lnTo>
                  <a:pt x="5609" y="1215"/>
                </a:lnTo>
                <a:cubicBezTo>
                  <a:pt x="5609" y="1119"/>
                  <a:pt x="5537" y="1048"/>
                  <a:pt x="5442" y="1048"/>
                </a:cubicBezTo>
                <a:cubicBezTo>
                  <a:pt x="5359" y="1048"/>
                  <a:pt x="5287" y="1119"/>
                  <a:pt x="5287" y="1215"/>
                </a:cubicBezTo>
                <a:lnTo>
                  <a:pt x="5287" y="2060"/>
                </a:lnTo>
                <a:cubicBezTo>
                  <a:pt x="5287" y="2322"/>
                  <a:pt x="5501" y="2548"/>
                  <a:pt x="5775" y="2548"/>
                </a:cubicBezTo>
                <a:lnTo>
                  <a:pt x="6121" y="2548"/>
                </a:lnTo>
                <a:cubicBezTo>
                  <a:pt x="6323" y="2548"/>
                  <a:pt x="6502" y="2465"/>
                  <a:pt x="6621" y="2322"/>
                </a:cubicBezTo>
                <a:cubicBezTo>
                  <a:pt x="6775" y="2143"/>
                  <a:pt x="6978" y="2048"/>
                  <a:pt x="7216" y="2048"/>
                </a:cubicBezTo>
                <a:cubicBezTo>
                  <a:pt x="7454" y="2048"/>
                  <a:pt x="7668" y="2143"/>
                  <a:pt x="7811" y="2322"/>
                </a:cubicBezTo>
                <a:cubicBezTo>
                  <a:pt x="7966" y="2500"/>
                  <a:pt x="8026" y="2739"/>
                  <a:pt x="7966" y="2977"/>
                </a:cubicBezTo>
                <a:cubicBezTo>
                  <a:pt x="7907" y="3274"/>
                  <a:pt x="7656" y="3512"/>
                  <a:pt x="7359" y="3572"/>
                </a:cubicBezTo>
                <a:cubicBezTo>
                  <a:pt x="7303" y="3584"/>
                  <a:pt x="7248" y="3589"/>
                  <a:pt x="7193" y="3589"/>
                </a:cubicBezTo>
                <a:cubicBezTo>
                  <a:pt x="6969" y="3589"/>
                  <a:pt x="6762" y="3492"/>
                  <a:pt x="6609" y="3310"/>
                </a:cubicBezTo>
                <a:cubicBezTo>
                  <a:pt x="6490" y="3155"/>
                  <a:pt x="6299" y="3072"/>
                  <a:pt x="6097" y="3072"/>
                </a:cubicBezTo>
                <a:lnTo>
                  <a:pt x="5763" y="3072"/>
                </a:lnTo>
                <a:cubicBezTo>
                  <a:pt x="5490" y="3072"/>
                  <a:pt x="5275" y="3298"/>
                  <a:pt x="5275" y="3560"/>
                </a:cubicBezTo>
                <a:lnTo>
                  <a:pt x="5275" y="5263"/>
                </a:lnTo>
                <a:lnTo>
                  <a:pt x="3573" y="5263"/>
                </a:lnTo>
                <a:cubicBezTo>
                  <a:pt x="3465" y="5263"/>
                  <a:pt x="3394" y="5179"/>
                  <a:pt x="3394" y="5084"/>
                </a:cubicBezTo>
                <a:lnTo>
                  <a:pt x="3394" y="4727"/>
                </a:lnTo>
                <a:cubicBezTo>
                  <a:pt x="3394" y="4620"/>
                  <a:pt x="3442" y="4524"/>
                  <a:pt x="3513" y="4453"/>
                </a:cubicBezTo>
                <a:cubicBezTo>
                  <a:pt x="3811" y="4203"/>
                  <a:pt x="3954" y="3810"/>
                  <a:pt x="3882" y="3417"/>
                </a:cubicBezTo>
                <a:cubicBezTo>
                  <a:pt x="3811" y="2977"/>
                  <a:pt x="3465" y="2643"/>
                  <a:pt x="3049" y="2548"/>
                </a:cubicBezTo>
                <a:cubicBezTo>
                  <a:pt x="2973" y="2531"/>
                  <a:pt x="2896" y="2523"/>
                  <a:pt x="2820" y="2523"/>
                </a:cubicBezTo>
                <a:cubicBezTo>
                  <a:pt x="2570" y="2523"/>
                  <a:pt x="2323" y="2610"/>
                  <a:pt x="2132" y="2774"/>
                </a:cubicBezTo>
                <a:cubicBezTo>
                  <a:pt x="1870" y="2977"/>
                  <a:pt x="1727" y="3298"/>
                  <a:pt x="1727" y="3620"/>
                </a:cubicBezTo>
                <a:cubicBezTo>
                  <a:pt x="1727" y="3941"/>
                  <a:pt x="1870" y="4239"/>
                  <a:pt x="2132" y="4453"/>
                </a:cubicBezTo>
                <a:cubicBezTo>
                  <a:pt x="2203" y="4513"/>
                  <a:pt x="2227" y="4608"/>
                  <a:pt x="2227" y="4703"/>
                </a:cubicBezTo>
                <a:lnTo>
                  <a:pt x="2227" y="5048"/>
                </a:lnTo>
                <a:cubicBezTo>
                  <a:pt x="2227" y="5155"/>
                  <a:pt x="2156" y="5227"/>
                  <a:pt x="2049" y="5227"/>
                </a:cubicBezTo>
                <a:lnTo>
                  <a:pt x="358" y="5227"/>
                </a:lnTo>
                <a:lnTo>
                  <a:pt x="358" y="822"/>
                </a:lnTo>
                <a:cubicBezTo>
                  <a:pt x="358" y="536"/>
                  <a:pt x="596" y="298"/>
                  <a:pt x="882" y="298"/>
                </a:cubicBezTo>
                <a:lnTo>
                  <a:pt x="5287" y="298"/>
                </a:lnTo>
                <a:lnTo>
                  <a:pt x="5287" y="476"/>
                </a:lnTo>
                <a:cubicBezTo>
                  <a:pt x="5287" y="572"/>
                  <a:pt x="5359" y="643"/>
                  <a:pt x="5442" y="643"/>
                </a:cubicBezTo>
                <a:cubicBezTo>
                  <a:pt x="5537" y="643"/>
                  <a:pt x="5609" y="572"/>
                  <a:pt x="5609" y="476"/>
                </a:cubicBezTo>
                <a:lnTo>
                  <a:pt x="5609" y="298"/>
                </a:lnTo>
                <a:close/>
                <a:moveTo>
                  <a:pt x="834" y="0"/>
                </a:moveTo>
                <a:cubicBezTo>
                  <a:pt x="370" y="0"/>
                  <a:pt x="1" y="381"/>
                  <a:pt x="1" y="834"/>
                </a:cubicBezTo>
                <a:lnTo>
                  <a:pt x="1" y="9977"/>
                </a:lnTo>
                <a:cubicBezTo>
                  <a:pt x="1" y="10442"/>
                  <a:pt x="370" y="10811"/>
                  <a:pt x="834" y="10811"/>
                </a:cubicBezTo>
                <a:lnTo>
                  <a:pt x="9978" y="10811"/>
                </a:lnTo>
                <a:cubicBezTo>
                  <a:pt x="10431" y="10811"/>
                  <a:pt x="10812" y="10442"/>
                  <a:pt x="10812" y="9977"/>
                </a:cubicBezTo>
                <a:lnTo>
                  <a:pt x="10812" y="834"/>
                </a:lnTo>
                <a:cubicBezTo>
                  <a:pt x="10812" y="381"/>
                  <a:pt x="10431" y="0"/>
                  <a:pt x="997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9" name="Google Shape;1069;p28"/>
          <p:cNvSpPr txBox="1">
            <a:spLocks noGrp="1"/>
          </p:cNvSpPr>
          <p:nvPr>
            <p:ph type="subTitle" idx="3"/>
          </p:nvPr>
        </p:nvSpPr>
        <p:spPr>
          <a:xfrm>
            <a:off x="3416400" y="2723562"/>
            <a:ext cx="2311200" cy="766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Какви са му ползите?</a:t>
            </a:r>
            <a:endParaRPr/>
          </a:p>
        </p:txBody>
      </p:sp>
      <p:grpSp>
        <p:nvGrpSpPr>
          <p:cNvPr id="1070" name="Google Shape;1070;p28"/>
          <p:cNvGrpSpPr/>
          <p:nvPr/>
        </p:nvGrpSpPr>
        <p:grpSpPr>
          <a:xfrm>
            <a:off x="6541944" y="4287300"/>
            <a:ext cx="713803" cy="706547"/>
            <a:chOff x="-4017975" y="616650"/>
            <a:chExt cx="814100" cy="805825"/>
          </a:xfrm>
        </p:grpSpPr>
        <p:sp>
          <p:nvSpPr>
            <p:cNvPr id="1071" name="Google Shape;1071;p28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28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28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28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5" name="Google Shape;1075;p28"/>
          <p:cNvGrpSpPr/>
          <p:nvPr/>
        </p:nvGrpSpPr>
        <p:grpSpPr>
          <a:xfrm>
            <a:off x="7462488" y="3721438"/>
            <a:ext cx="1040638" cy="901375"/>
            <a:chOff x="8457538" y="810363"/>
            <a:chExt cx="1040638" cy="901375"/>
          </a:xfrm>
        </p:grpSpPr>
        <p:grpSp>
          <p:nvGrpSpPr>
            <p:cNvPr id="1076" name="Google Shape;1076;p28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1077" name="Google Shape;1077;p28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28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79" name="Google Shape;1079;p28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1080" name="Google Shape;1080;p28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28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28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83" name="Google Shape;1083;p28"/>
          <p:cNvGrpSpPr/>
          <p:nvPr/>
        </p:nvGrpSpPr>
        <p:grpSpPr>
          <a:xfrm>
            <a:off x="1756826" y="2254782"/>
            <a:ext cx="363243" cy="328585"/>
            <a:chOff x="2633105" y="2431859"/>
            <a:chExt cx="363243" cy="328585"/>
          </a:xfrm>
        </p:grpSpPr>
        <p:sp>
          <p:nvSpPr>
            <p:cNvPr id="1084" name="Google Shape;1084;p28"/>
            <p:cNvSpPr/>
            <p:nvPr/>
          </p:nvSpPr>
          <p:spPr>
            <a:xfrm>
              <a:off x="2633105" y="2498260"/>
              <a:ext cx="250462" cy="262184"/>
            </a:xfrm>
            <a:custGeom>
              <a:avLst/>
              <a:gdLst/>
              <a:ahLst/>
              <a:cxnLst/>
              <a:rect l="l" t="t" r="r" b="b"/>
              <a:pathLst>
                <a:path w="7906" h="8276" extrusionOk="0">
                  <a:moveTo>
                    <a:pt x="5322" y="6644"/>
                  </a:moveTo>
                  <a:lnTo>
                    <a:pt x="5465" y="7263"/>
                  </a:lnTo>
                  <a:lnTo>
                    <a:pt x="4560" y="7263"/>
                  </a:lnTo>
                  <a:lnTo>
                    <a:pt x="4691" y="6644"/>
                  </a:lnTo>
                  <a:close/>
                  <a:moveTo>
                    <a:pt x="6465" y="7608"/>
                  </a:moveTo>
                  <a:lnTo>
                    <a:pt x="6465" y="7954"/>
                  </a:lnTo>
                  <a:lnTo>
                    <a:pt x="3548" y="7954"/>
                  </a:lnTo>
                  <a:lnTo>
                    <a:pt x="3548" y="7608"/>
                  </a:lnTo>
                  <a:close/>
                  <a:moveTo>
                    <a:pt x="167" y="0"/>
                  </a:moveTo>
                  <a:cubicBezTo>
                    <a:pt x="84" y="0"/>
                    <a:pt x="0" y="72"/>
                    <a:pt x="0" y="167"/>
                  </a:cubicBezTo>
                  <a:lnTo>
                    <a:pt x="0" y="6489"/>
                  </a:lnTo>
                  <a:cubicBezTo>
                    <a:pt x="0" y="6585"/>
                    <a:pt x="84" y="6656"/>
                    <a:pt x="167" y="6656"/>
                  </a:cubicBezTo>
                  <a:lnTo>
                    <a:pt x="4346" y="6656"/>
                  </a:lnTo>
                  <a:lnTo>
                    <a:pt x="4203" y="7287"/>
                  </a:lnTo>
                  <a:lnTo>
                    <a:pt x="3370" y="7287"/>
                  </a:lnTo>
                  <a:cubicBezTo>
                    <a:pt x="3274" y="7287"/>
                    <a:pt x="3203" y="7358"/>
                    <a:pt x="3203" y="7442"/>
                  </a:cubicBezTo>
                  <a:lnTo>
                    <a:pt x="3203" y="8120"/>
                  </a:lnTo>
                  <a:cubicBezTo>
                    <a:pt x="3203" y="8204"/>
                    <a:pt x="3274" y="8275"/>
                    <a:pt x="3370" y="8275"/>
                  </a:cubicBezTo>
                  <a:lnTo>
                    <a:pt x="6632" y="8275"/>
                  </a:lnTo>
                  <a:cubicBezTo>
                    <a:pt x="6715" y="8275"/>
                    <a:pt x="6787" y="8204"/>
                    <a:pt x="6787" y="8120"/>
                  </a:cubicBezTo>
                  <a:lnTo>
                    <a:pt x="6787" y="7442"/>
                  </a:lnTo>
                  <a:cubicBezTo>
                    <a:pt x="6787" y="7358"/>
                    <a:pt x="6715" y="7287"/>
                    <a:pt x="6632" y="7287"/>
                  </a:cubicBezTo>
                  <a:lnTo>
                    <a:pt x="5787" y="7287"/>
                  </a:lnTo>
                  <a:lnTo>
                    <a:pt x="5644" y="6656"/>
                  </a:lnTo>
                  <a:lnTo>
                    <a:pt x="7727" y="6656"/>
                  </a:lnTo>
                  <a:cubicBezTo>
                    <a:pt x="7823" y="6656"/>
                    <a:pt x="7894" y="6585"/>
                    <a:pt x="7894" y="6489"/>
                  </a:cubicBezTo>
                  <a:cubicBezTo>
                    <a:pt x="7906" y="6394"/>
                    <a:pt x="7834" y="6311"/>
                    <a:pt x="7739" y="6311"/>
                  </a:cubicBezTo>
                  <a:lnTo>
                    <a:pt x="345" y="6311"/>
                  </a:lnTo>
                  <a:lnTo>
                    <a:pt x="345" y="334"/>
                  </a:lnTo>
                  <a:lnTo>
                    <a:pt x="4763" y="334"/>
                  </a:lnTo>
                  <a:cubicBezTo>
                    <a:pt x="4858" y="334"/>
                    <a:pt x="4929" y="262"/>
                    <a:pt x="4929" y="167"/>
                  </a:cubicBezTo>
                  <a:cubicBezTo>
                    <a:pt x="4929" y="72"/>
                    <a:pt x="4858" y="0"/>
                    <a:pt x="4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28"/>
            <p:cNvSpPr/>
            <p:nvPr/>
          </p:nvSpPr>
          <p:spPr>
            <a:xfrm>
              <a:off x="2772655" y="2680800"/>
              <a:ext cx="38491" cy="10613"/>
            </a:xfrm>
            <a:custGeom>
              <a:avLst/>
              <a:gdLst/>
              <a:ahLst/>
              <a:cxnLst/>
              <a:rect l="l" t="t" r="r" b="b"/>
              <a:pathLst>
                <a:path w="1215" h="335" extrusionOk="0">
                  <a:moveTo>
                    <a:pt x="167" y="1"/>
                  </a:moveTo>
                  <a:cubicBezTo>
                    <a:pt x="84" y="1"/>
                    <a:pt x="0" y="72"/>
                    <a:pt x="0" y="168"/>
                  </a:cubicBezTo>
                  <a:cubicBezTo>
                    <a:pt x="0" y="251"/>
                    <a:pt x="84" y="334"/>
                    <a:pt x="167" y="334"/>
                  </a:cubicBezTo>
                  <a:lnTo>
                    <a:pt x="1048" y="334"/>
                  </a:lnTo>
                  <a:cubicBezTo>
                    <a:pt x="1132" y="334"/>
                    <a:pt x="1215" y="251"/>
                    <a:pt x="1215" y="168"/>
                  </a:cubicBezTo>
                  <a:cubicBezTo>
                    <a:pt x="1215" y="72"/>
                    <a:pt x="1132" y="1"/>
                    <a:pt x="10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28"/>
            <p:cNvSpPr/>
            <p:nvPr/>
          </p:nvSpPr>
          <p:spPr>
            <a:xfrm>
              <a:off x="2729286" y="2583131"/>
              <a:ext cx="35862" cy="35862"/>
            </a:xfrm>
            <a:custGeom>
              <a:avLst/>
              <a:gdLst/>
              <a:ahLst/>
              <a:cxnLst/>
              <a:rect l="l" t="t" r="r" b="b"/>
              <a:pathLst>
                <a:path w="1132" h="1132" extrusionOk="0">
                  <a:moveTo>
                    <a:pt x="798" y="334"/>
                  </a:moveTo>
                  <a:lnTo>
                    <a:pt x="798" y="810"/>
                  </a:lnTo>
                  <a:lnTo>
                    <a:pt x="334" y="810"/>
                  </a:lnTo>
                  <a:lnTo>
                    <a:pt x="334" y="334"/>
                  </a:lnTo>
                  <a:close/>
                  <a:moveTo>
                    <a:pt x="167" y="0"/>
                  </a:moveTo>
                  <a:cubicBezTo>
                    <a:pt x="84" y="0"/>
                    <a:pt x="0" y="84"/>
                    <a:pt x="0" y="167"/>
                  </a:cubicBezTo>
                  <a:lnTo>
                    <a:pt x="0" y="977"/>
                  </a:lnTo>
                  <a:cubicBezTo>
                    <a:pt x="0" y="1060"/>
                    <a:pt x="84" y="1131"/>
                    <a:pt x="167" y="1131"/>
                  </a:cubicBezTo>
                  <a:lnTo>
                    <a:pt x="953" y="1131"/>
                  </a:lnTo>
                  <a:cubicBezTo>
                    <a:pt x="1048" y="1131"/>
                    <a:pt x="1119" y="1060"/>
                    <a:pt x="1119" y="977"/>
                  </a:cubicBezTo>
                  <a:lnTo>
                    <a:pt x="1119" y="167"/>
                  </a:lnTo>
                  <a:cubicBezTo>
                    <a:pt x="1131" y="84"/>
                    <a:pt x="1060" y="0"/>
                    <a:pt x="9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28"/>
            <p:cNvSpPr/>
            <p:nvPr/>
          </p:nvSpPr>
          <p:spPr>
            <a:xfrm>
              <a:off x="2774176" y="2583131"/>
              <a:ext cx="35482" cy="35862"/>
            </a:xfrm>
            <a:custGeom>
              <a:avLst/>
              <a:gdLst/>
              <a:ahLst/>
              <a:cxnLst/>
              <a:rect l="l" t="t" r="r" b="b"/>
              <a:pathLst>
                <a:path w="1120" h="1132" extrusionOk="0">
                  <a:moveTo>
                    <a:pt x="786" y="334"/>
                  </a:moveTo>
                  <a:lnTo>
                    <a:pt x="786" y="810"/>
                  </a:lnTo>
                  <a:lnTo>
                    <a:pt x="333" y="810"/>
                  </a:lnTo>
                  <a:lnTo>
                    <a:pt x="333" y="334"/>
                  </a:lnTo>
                  <a:close/>
                  <a:moveTo>
                    <a:pt x="167" y="0"/>
                  </a:moveTo>
                  <a:cubicBezTo>
                    <a:pt x="72" y="0"/>
                    <a:pt x="0" y="84"/>
                    <a:pt x="0" y="167"/>
                  </a:cubicBezTo>
                  <a:lnTo>
                    <a:pt x="0" y="977"/>
                  </a:lnTo>
                  <a:cubicBezTo>
                    <a:pt x="0" y="1060"/>
                    <a:pt x="72" y="1131"/>
                    <a:pt x="167" y="1131"/>
                  </a:cubicBezTo>
                  <a:lnTo>
                    <a:pt x="953" y="1131"/>
                  </a:lnTo>
                  <a:cubicBezTo>
                    <a:pt x="1048" y="1131"/>
                    <a:pt x="1119" y="1060"/>
                    <a:pt x="1119" y="977"/>
                  </a:cubicBezTo>
                  <a:lnTo>
                    <a:pt x="1119" y="167"/>
                  </a:lnTo>
                  <a:cubicBezTo>
                    <a:pt x="1119" y="84"/>
                    <a:pt x="1036" y="0"/>
                    <a:pt x="9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28"/>
            <p:cNvSpPr/>
            <p:nvPr/>
          </p:nvSpPr>
          <p:spPr>
            <a:xfrm>
              <a:off x="2817926" y="2583131"/>
              <a:ext cx="35862" cy="35862"/>
            </a:xfrm>
            <a:custGeom>
              <a:avLst/>
              <a:gdLst/>
              <a:ahLst/>
              <a:cxnLst/>
              <a:rect l="l" t="t" r="r" b="b"/>
              <a:pathLst>
                <a:path w="1132" h="1132" extrusionOk="0">
                  <a:moveTo>
                    <a:pt x="798" y="334"/>
                  </a:moveTo>
                  <a:lnTo>
                    <a:pt x="798" y="810"/>
                  </a:lnTo>
                  <a:lnTo>
                    <a:pt x="334" y="810"/>
                  </a:lnTo>
                  <a:lnTo>
                    <a:pt x="334" y="334"/>
                  </a:lnTo>
                  <a:close/>
                  <a:moveTo>
                    <a:pt x="167" y="0"/>
                  </a:moveTo>
                  <a:cubicBezTo>
                    <a:pt x="84" y="0"/>
                    <a:pt x="0" y="84"/>
                    <a:pt x="0" y="167"/>
                  </a:cubicBezTo>
                  <a:lnTo>
                    <a:pt x="0" y="977"/>
                  </a:lnTo>
                  <a:cubicBezTo>
                    <a:pt x="0" y="1060"/>
                    <a:pt x="84" y="1131"/>
                    <a:pt x="167" y="1131"/>
                  </a:cubicBezTo>
                  <a:lnTo>
                    <a:pt x="953" y="1131"/>
                  </a:lnTo>
                  <a:cubicBezTo>
                    <a:pt x="1048" y="1131"/>
                    <a:pt x="1119" y="1060"/>
                    <a:pt x="1119" y="977"/>
                  </a:cubicBezTo>
                  <a:lnTo>
                    <a:pt x="1119" y="167"/>
                  </a:lnTo>
                  <a:cubicBezTo>
                    <a:pt x="1131" y="84"/>
                    <a:pt x="1060" y="0"/>
                    <a:pt x="9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28"/>
            <p:cNvSpPr/>
            <p:nvPr/>
          </p:nvSpPr>
          <p:spPr>
            <a:xfrm>
              <a:off x="2653475" y="2431859"/>
              <a:ext cx="342873" cy="275394"/>
            </a:xfrm>
            <a:custGeom>
              <a:avLst/>
              <a:gdLst/>
              <a:ahLst/>
              <a:cxnLst/>
              <a:rect l="l" t="t" r="r" b="b"/>
              <a:pathLst>
                <a:path w="10823" h="8693" extrusionOk="0">
                  <a:moveTo>
                    <a:pt x="6429" y="3001"/>
                  </a:moveTo>
                  <a:cubicBezTo>
                    <a:pt x="6715" y="3870"/>
                    <a:pt x="7489" y="4513"/>
                    <a:pt x="8406" y="4585"/>
                  </a:cubicBezTo>
                  <a:lnTo>
                    <a:pt x="8406" y="7359"/>
                  </a:lnTo>
                  <a:lnTo>
                    <a:pt x="310" y="7359"/>
                  </a:lnTo>
                  <a:lnTo>
                    <a:pt x="310" y="3001"/>
                  </a:lnTo>
                  <a:close/>
                  <a:moveTo>
                    <a:pt x="8608" y="1"/>
                  </a:moveTo>
                  <a:cubicBezTo>
                    <a:pt x="7430" y="1"/>
                    <a:pt x="6477" y="906"/>
                    <a:pt x="6358" y="2073"/>
                  </a:cubicBezTo>
                  <a:lnTo>
                    <a:pt x="4798" y="2073"/>
                  </a:lnTo>
                  <a:cubicBezTo>
                    <a:pt x="4703" y="2073"/>
                    <a:pt x="4632" y="2144"/>
                    <a:pt x="4632" y="2239"/>
                  </a:cubicBezTo>
                  <a:cubicBezTo>
                    <a:pt x="4632" y="2323"/>
                    <a:pt x="4703" y="2394"/>
                    <a:pt x="4798" y="2394"/>
                  </a:cubicBezTo>
                  <a:lnTo>
                    <a:pt x="6334" y="2394"/>
                  </a:lnTo>
                  <a:cubicBezTo>
                    <a:pt x="6334" y="2489"/>
                    <a:pt x="6358" y="2561"/>
                    <a:pt x="6370" y="2656"/>
                  </a:cubicBezTo>
                  <a:lnTo>
                    <a:pt x="167" y="2656"/>
                  </a:lnTo>
                  <a:cubicBezTo>
                    <a:pt x="72" y="2656"/>
                    <a:pt x="0" y="2727"/>
                    <a:pt x="0" y="2811"/>
                  </a:cubicBezTo>
                  <a:lnTo>
                    <a:pt x="0" y="7502"/>
                  </a:lnTo>
                  <a:cubicBezTo>
                    <a:pt x="0" y="7597"/>
                    <a:pt x="72" y="7668"/>
                    <a:pt x="167" y="7668"/>
                  </a:cubicBezTo>
                  <a:lnTo>
                    <a:pt x="8608" y="7668"/>
                  </a:lnTo>
                  <a:cubicBezTo>
                    <a:pt x="8692" y="7668"/>
                    <a:pt x="8763" y="7597"/>
                    <a:pt x="8763" y="7502"/>
                  </a:cubicBezTo>
                  <a:lnTo>
                    <a:pt x="8763" y="4561"/>
                  </a:lnTo>
                  <a:cubicBezTo>
                    <a:pt x="8858" y="4561"/>
                    <a:pt x="8966" y="4537"/>
                    <a:pt x="9049" y="4513"/>
                  </a:cubicBezTo>
                  <a:lnTo>
                    <a:pt x="9049" y="8371"/>
                  </a:lnTo>
                  <a:lnTo>
                    <a:pt x="7787" y="8371"/>
                  </a:lnTo>
                  <a:cubicBezTo>
                    <a:pt x="7692" y="8371"/>
                    <a:pt x="7620" y="8442"/>
                    <a:pt x="7620" y="8526"/>
                  </a:cubicBezTo>
                  <a:cubicBezTo>
                    <a:pt x="7620" y="8621"/>
                    <a:pt x="7692" y="8692"/>
                    <a:pt x="7787" y="8692"/>
                  </a:cubicBezTo>
                  <a:lnTo>
                    <a:pt x="9216" y="8692"/>
                  </a:lnTo>
                  <a:cubicBezTo>
                    <a:pt x="9299" y="8692"/>
                    <a:pt x="9382" y="8621"/>
                    <a:pt x="9382" y="8526"/>
                  </a:cubicBezTo>
                  <a:lnTo>
                    <a:pt x="9382" y="4406"/>
                  </a:lnTo>
                  <a:cubicBezTo>
                    <a:pt x="9632" y="4323"/>
                    <a:pt x="9858" y="4180"/>
                    <a:pt x="10061" y="4001"/>
                  </a:cubicBezTo>
                  <a:cubicBezTo>
                    <a:pt x="10466" y="3644"/>
                    <a:pt x="10728" y="3168"/>
                    <a:pt x="10823" y="2632"/>
                  </a:cubicBezTo>
                  <a:cubicBezTo>
                    <a:pt x="10823" y="2596"/>
                    <a:pt x="10763" y="2501"/>
                    <a:pt x="10668" y="2489"/>
                  </a:cubicBezTo>
                  <a:cubicBezTo>
                    <a:pt x="10656" y="2486"/>
                    <a:pt x="10643" y="2484"/>
                    <a:pt x="10630" y="2484"/>
                  </a:cubicBezTo>
                  <a:cubicBezTo>
                    <a:pt x="10558" y="2484"/>
                    <a:pt x="10488" y="2539"/>
                    <a:pt x="10478" y="2620"/>
                  </a:cubicBezTo>
                  <a:cubicBezTo>
                    <a:pt x="10359" y="3358"/>
                    <a:pt x="9835" y="3942"/>
                    <a:pt x="9168" y="4156"/>
                  </a:cubicBezTo>
                  <a:lnTo>
                    <a:pt x="9144" y="4156"/>
                  </a:lnTo>
                  <a:cubicBezTo>
                    <a:pt x="8966" y="4216"/>
                    <a:pt x="8763" y="4239"/>
                    <a:pt x="8573" y="4239"/>
                  </a:cubicBezTo>
                  <a:cubicBezTo>
                    <a:pt x="7513" y="4239"/>
                    <a:pt x="6656" y="3358"/>
                    <a:pt x="6656" y="2287"/>
                  </a:cubicBezTo>
                  <a:cubicBezTo>
                    <a:pt x="6656" y="1215"/>
                    <a:pt x="7513" y="346"/>
                    <a:pt x="8573" y="346"/>
                  </a:cubicBezTo>
                  <a:cubicBezTo>
                    <a:pt x="9513" y="346"/>
                    <a:pt x="10335" y="1061"/>
                    <a:pt x="10478" y="1989"/>
                  </a:cubicBezTo>
                  <a:cubicBezTo>
                    <a:pt x="10490" y="2084"/>
                    <a:pt x="10585" y="2144"/>
                    <a:pt x="10668" y="2144"/>
                  </a:cubicBezTo>
                  <a:cubicBezTo>
                    <a:pt x="10763" y="2132"/>
                    <a:pt x="10823" y="2037"/>
                    <a:pt x="10823" y="1953"/>
                  </a:cubicBezTo>
                  <a:cubicBezTo>
                    <a:pt x="10751" y="1418"/>
                    <a:pt x="10478" y="918"/>
                    <a:pt x="10073" y="572"/>
                  </a:cubicBezTo>
                  <a:cubicBezTo>
                    <a:pt x="9656" y="215"/>
                    <a:pt x="9144" y="1"/>
                    <a:pt x="86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28"/>
            <p:cNvSpPr/>
            <p:nvPr/>
          </p:nvSpPr>
          <p:spPr>
            <a:xfrm>
              <a:off x="2881286" y="2460529"/>
              <a:ext cx="87532" cy="87912"/>
            </a:xfrm>
            <a:custGeom>
              <a:avLst/>
              <a:gdLst/>
              <a:ahLst/>
              <a:cxnLst/>
              <a:rect l="l" t="t" r="r" b="b"/>
              <a:pathLst>
                <a:path w="2763" h="2775" extrusionOk="0">
                  <a:moveTo>
                    <a:pt x="1414" y="703"/>
                  </a:moveTo>
                  <a:cubicBezTo>
                    <a:pt x="1786" y="703"/>
                    <a:pt x="2084" y="1020"/>
                    <a:pt x="2084" y="1406"/>
                  </a:cubicBezTo>
                  <a:cubicBezTo>
                    <a:pt x="2084" y="1787"/>
                    <a:pt x="1775" y="2108"/>
                    <a:pt x="1394" y="2108"/>
                  </a:cubicBezTo>
                  <a:cubicBezTo>
                    <a:pt x="1013" y="2108"/>
                    <a:pt x="715" y="1787"/>
                    <a:pt x="715" y="1406"/>
                  </a:cubicBezTo>
                  <a:cubicBezTo>
                    <a:pt x="715" y="1013"/>
                    <a:pt x="1024" y="703"/>
                    <a:pt x="1394" y="703"/>
                  </a:cubicBezTo>
                  <a:cubicBezTo>
                    <a:pt x="1400" y="703"/>
                    <a:pt x="1407" y="703"/>
                    <a:pt x="1414" y="703"/>
                  </a:cubicBezTo>
                  <a:close/>
                  <a:moveTo>
                    <a:pt x="1382" y="1"/>
                  </a:moveTo>
                  <a:cubicBezTo>
                    <a:pt x="1286" y="1"/>
                    <a:pt x="1215" y="72"/>
                    <a:pt x="1215" y="167"/>
                  </a:cubicBezTo>
                  <a:lnTo>
                    <a:pt x="1215" y="370"/>
                  </a:lnTo>
                  <a:cubicBezTo>
                    <a:pt x="1048" y="406"/>
                    <a:pt x="917" y="465"/>
                    <a:pt x="786" y="560"/>
                  </a:cubicBezTo>
                  <a:lnTo>
                    <a:pt x="632" y="406"/>
                  </a:lnTo>
                  <a:cubicBezTo>
                    <a:pt x="607" y="374"/>
                    <a:pt x="559" y="356"/>
                    <a:pt x="511" y="356"/>
                  </a:cubicBezTo>
                  <a:cubicBezTo>
                    <a:pt x="467" y="356"/>
                    <a:pt x="422" y="371"/>
                    <a:pt x="393" y="406"/>
                  </a:cubicBezTo>
                  <a:cubicBezTo>
                    <a:pt x="334" y="465"/>
                    <a:pt x="322" y="584"/>
                    <a:pt x="393" y="644"/>
                  </a:cubicBezTo>
                  <a:lnTo>
                    <a:pt x="548" y="798"/>
                  </a:lnTo>
                  <a:cubicBezTo>
                    <a:pt x="453" y="929"/>
                    <a:pt x="393" y="1072"/>
                    <a:pt x="370" y="1227"/>
                  </a:cubicBezTo>
                  <a:lnTo>
                    <a:pt x="155" y="1227"/>
                  </a:lnTo>
                  <a:cubicBezTo>
                    <a:pt x="72" y="1227"/>
                    <a:pt x="0" y="1299"/>
                    <a:pt x="0" y="1394"/>
                  </a:cubicBezTo>
                  <a:cubicBezTo>
                    <a:pt x="0" y="1477"/>
                    <a:pt x="72" y="1549"/>
                    <a:pt x="155" y="1549"/>
                  </a:cubicBezTo>
                  <a:lnTo>
                    <a:pt x="370" y="1549"/>
                  </a:lnTo>
                  <a:cubicBezTo>
                    <a:pt x="393" y="1715"/>
                    <a:pt x="453" y="1870"/>
                    <a:pt x="548" y="1989"/>
                  </a:cubicBezTo>
                  <a:lnTo>
                    <a:pt x="393" y="2132"/>
                  </a:lnTo>
                  <a:cubicBezTo>
                    <a:pt x="334" y="2191"/>
                    <a:pt x="334" y="2311"/>
                    <a:pt x="393" y="2370"/>
                  </a:cubicBezTo>
                  <a:cubicBezTo>
                    <a:pt x="429" y="2406"/>
                    <a:pt x="477" y="2418"/>
                    <a:pt x="512" y="2418"/>
                  </a:cubicBezTo>
                  <a:cubicBezTo>
                    <a:pt x="560" y="2418"/>
                    <a:pt x="608" y="2394"/>
                    <a:pt x="632" y="2370"/>
                  </a:cubicBezTo>
                  <a:lnTo>
                    <a:pt x="786" y="2227"/>
                  </a:lnTo>
                  <a:cubicBezTo>
                    <a:pt x="905" y="2311"/>
                    <a:pt x="1048" y="2370"/>
                    <a:pt x="1215" y="2406"/>
                  </a:cubicBezTo>
                  <a:lnTo>
                    <a:pt x="1215" y="2608"/>
                  </a:lnTo>
                  <a:cubicBezTo>
                    <a:pt x="1215" y="2703"/>
                    <a:pt x="1286" y="2775"/>
                    <a:pt x="1382" y="2775"/>
                  </a:cubicBezTo>
                  <a:cubicBezTo>
                    <a:pt x="1465" y="2775"/>
                    <a:pt x="1548" y="2703"/>
                    <a:pt x="1548" y="2608"/>
                  </a:cubicBezTo>
                  <a:lnTo>
                    <a:pt x="1548" y="2430"/>
                  </a:lnTo>
                  <a:cubicBezTo>
                    <a:pt x="1703" y="2394"/>
                    <a:pt x="1846" y="2346"/>
                    <a:pt x="1977" y="2251"/>
                  </a:cubicBezTo>
                  <a:lnTo>
                    <a:pt x="2120" y="2394"/>
                  </a:lnTo>
                  <a:cubicBezTo>
                    <a:pt x="2156" y="2430"/>
                    <a:pt x="2203" y="2442"/>
                    <a:pt x="2239" y="2442"/>
                  </a:cubicBezTo>
                  <a:cubicBezTo>
                    <a:pt x="2286" y="2442"/>
                    <a:pt x="2334" y="2430"/>
                    <a:pt x="2358" y="2394"/>
                  </a:cubicBezTo>
                  <a:cubicBezTo>
                    <a:pt x="2417" y="2346"/>
                    <a:pt x="2441" y="2215"/>
                    <a:pt x="2358" y="2156"/>
                  </a:cubicBezTo>
                  <a:lnTo>
                    <a:pt x="2215" y="2013"/>
                  </a:lnTo>
                  <a:cubicBezTo>
                    <a:pt x="2298" y="1882"/>
                    <a:pt x="2358" y="1727"/>
                    <a:pt x="2394" y="1584"/>
                  </a:cubicBezTo>
                  <a:lnTo>
                    <a:pt x="2596" y="1584"/>
                  </a:lnTo>
                  <a:cubicBezTo>
                    <a:pt x="2691" y="1584"/>
                    <a:pt x="2763" y="1501"/>
                    <a:pt x="2763" y="1418"/>
                  </a:cubicBezTo>
                  <a:cubicBezTo>
                    <a:pt x="2763" y="1299"/>
                    <a:pt x="2691" y="1227"/>
                    <a:pt x="2608" y="1227"/>
                  </a:cubicBezTo>
                  <a:lnTo>
                    <a:pt x="2394" y="1227"/>
                  </a:lnTo>
                  <a:cubicBezTo>
                    <a:pt x="2370" y="1060"/>
                    <a:pt x="2310" y="906"/>
                    <a:pt x="2215" y="798"/>
                  </a:cubicBezTo>
                  <a:lnTo>
                    <a:pt x="2370" y="644"/>
                  </a:lnTo>
                  <a:cubicBezTo>
                    <a:pt x="2417" y="584"/>
                    <a:pt x="2417" y="465"/>
                    <a:pt x="2370" y="406"/>
                  </a:cubicBezTo>
                  <a:cubicBezTo>
                    <a:pt x="2340" y="376"/>
                    <a:pt x="2292" y="361"/>
                    <a:pt x="2245" y="361"/>
                  </a:cubicBezTo>
                  <a:cubicBezTo>
                    <a:pt x="2197" y="361"/>
                    <a:pt x="2150" y="376"/>
                    <a:pt x="2120" y="406"/>
                  </a:cubicBezTo>
                  <a:lnTo>
                    <a:pt x="1977" y="560"/>
                  </a:lnTo>
                  <a:cubicBezTo>
                    <a:pt x="1858" y="465"/>
                    <a:pt x="1715" y="406"/>
                    <a:pt x="1548" y="370"/>
                  </a:cubicBezTo>
                  <a:lnTo>
                    <a:pt x="1548" y="167"/>
                  </a:lnTo>
                  <a:cubicBezTo>
                    <a:pt x="1548" y="72"/>
                    <a:pt x="1477" y="1"/>
                    <a:pt x="13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28"/>
            <p:cNvSpPr/>
            <p:nvPr/>
          </p:nvSpPr>
          <p:spPr>
            <a:xfrm>
              <a:off x="2908436" y="2488059"/>
              <a:ext cx="33612" cy="33993"/>
            </a:xfrm>
            <a:custGeom>
              <a:avLst/>
              <a:gdLst/>
              <a:ahLst/>
              <a:cxnLst/>
              <a:rect l="l" t="t" r="r" b="b"/>
              <a:pathLst>
                <a:path w="1061" h="1073" extrusionOk="0">
                  <a:moveTo>
                    <a:pt x="525" y="346"/>
                  </a:moveTo>
                  <a:cubicBezTo>
                    <a:pt x="632" y="346"/>
                    <a:pt x="715" y="430"/>
                    <a:pt x="715" y="537"/>
                  </a:cubicBezTo>
                  <a:cubicBezTo>
                    <a:pt x="715" y="632"/>
                    <a:pt x="632" y="727"/>
                    <a:pt x="525" y="727"/>
                  </a:cubicBezTo>
                  <a:cubicBezTo>
                    <a:pt x="417" y="727"/>
                    <a:pt x="334" y="632"/>
                    <a:pt x="334" y="537"/>
                  </a:cubicBezTo>
                  <a:cubicBezTo>
                    <a:pt x="334" y="430"/>
                    <a:pt x="417" y="346"/>
                    <a:pt x="525" y="346"/>
                  </a:cubicBezTo>
                  <a:close/>
                  <a:moveTo>
                    <a:pt x="525" y="1"/>
                  </a:moveTo>
                  <a:cubicBezTo>
                    <a:pt x="239" y="1"/>
                    <a:pt x="1" y="239"/>
                    <a:pt x="1" y="537"/>
                  </a:cubicBezTo>
                  <a:cubicBezTo>
                    <a:pt x="1" y="834"/>
                    <a:pt x="239" y="1072"/>
                    <a:pt x="525" y="1072"/>
                  </a:cubicBezTo>
                  <a:cubicBezTo>
                    <a:pt x="810" y="1072"/>
                    <a:pt x="1048" y="834"/>
                    <a:pt x="1048" y="537"/>
                  </a:cubicBezTo>
                  <a:cubicBezTo>
                    <a:pt x="1060" y="239"/>
                    <a:pt x="822" y="1"/>
                    <a:pt x="5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2" name="Google Shape;1092;p28"/>
          <p:cNvSpPr/>
          <p:nvPr/>
        </p:nvSpPr>
        <p:spPr>
          <a:xfrm>
            <a:off x="4385920" y="2232995"/>
            <a:ext cx="372159" cy="372159"/>
          </a:xfrm>
          <a:custGeom>
            <a:avLst/>
            <a:gdLst/>
            <a:ahLst/>
            <a:cxnLst/>
            <a:rect l="l" t="t" r="r" b="b"/>
            <a:pathLst>
              <a:path w="11693" h="11693" extrusionOk="0">
                <a:moveTo>
                  <a:pt x="10252" y="584"/>
                </a:moveTo>
                <a:lnTo>
                  <a:pt x="10252" y="1263"/>
                </a:lnTo>
                <a:cubicBezTo>
                  <a:pt x="10252" y="1358"/>
                  <a:pt x="10323" y="1429"/>
                  <a:pt x="10406" y="1429"/>
                </a:cubicBezTo>
                <a:lnTo>
                  <a:pt x="11097" y="1429"/>
                </a:lnTo>
                <a:lnTo>
                  <a:pt x="9609" y="2918"/>
                </a:lnTo>
                <a:lnTo>
                  <a:pt x="9001" y="2918"/>
                </a:lnTo>
                <a:lnTo>
                  <a:pt x="9978" y="1941"/>
                </a:lnTo>
                <a:cubicBezTo>
                  <a:pt x="10037" y="1882"/>
                  <a:pt x="10037" y="1751"/>
                  <a:pt x="9978" y="1691"/>
                </a:cubicBezTo>
                <a:cubicBezTo>
                  <a:pt x="9948" y="1667"/>
                  <a:pt x="9903" y="1656"/>
                  <a:pt x="9859" y="1656"/>
                </a:cubicBezTo>
                <a:cubicBezTo>
                  <a:pt x="9814" y="1656"/>
                  <a:pt x="9769" y="1667"/>
                  <a:pt x="9740" y="1691"/>
                </a:cubicBezTo>
                <a:lnTo>
                  <a:pt x="8763" y="2679"/>
                </a:lnTo>
                <a:lnTo>
                  <a:pt x="8763" y="2072"/>
                </a:lnTo>
                <a:lnTo>
                  <a:pt x="10252" y="584"/>
                </a:lnTo>
                <a:close/>
                <a:moveTo>
                  <a:pt x="4739" y="2537"/>
                </a:moveTo>
                <a:cubicBezTo>
                  <a:pt x="5894" y="2537"/>
                  <a:pt x="6942" y="2977"/>
                  <a:pt x="7739" y="3703"/>
                </a:cubicBezTo>
                <a:lnTo>
                  <a:pt x="4620" y="6811"/>
                </a:lnTo>
                <a:cubicBezTo>
                  <a:pt x="4560" y="6870"/>
                  <a:pt x="4560" y="7001"/>
                  <a:pt x="4620" y="7049"/>
                </a:cubicBezTo>
                <a:cubicBezTo>
                  <a:pt x="4656" y="7085"/>
                  <a:pt x="4703" y="7097"/>
                  <a:pt x="4739" y="7097"/>
                </a:cubicBezTo>
                <a:cubicBezTo>
                  <a:pt x="4787" y="7097"/>
                  <a:pt x="4834" y="7085"/>
                  <a:pt x="4858" y="7049"/>
                </a:cubicBezTo>
                <a:lnTo>
                  <a:pt x="5632" y="6275"/>
                </a:lnTo>
                <a:cubicBezTo>
                  <a:pt x="5775" y="6478"/>
                  <a:pt x="5846" y="6692"/>
                  <a:pt x="5846" y="6930"/>
                </a:cubicBezTo>
                <a:cubicBezTo>
                  <a:pt x="5846" y="7549"/>
                  <a:pt x="5358" y="8037"/>
                  <a:pt x="4739" y="8037"/>
                </a:cubicBezTo>
                <a:cubicBezTo>
                  <a:pt x="4132" y="8037"/>
                  <a:pt x="3644" y="7549"/>
                  <a:pt x="3644" y="6930"/>
                </a:cubicBezTo>
                <a:cubicBezTo>
                  <a:pt x="3644" y="6323"/>
                  <a:pt x="4132" y="5835"/>
                  <a:pt x="4739" y="5835"/>
                </a:cubicBezTo>
                <a:cubicBezTo>
                  <a:pt x="4822" y="5835"/>
                  <a:pt x="4882" y="5835"/>
                  <a:pt x="4953" y="5847"/>
                </a:cubicBezTo>
                <a:cubicBezTo>
                  <a:pt x="4962" y="5848"/>
                  <a:pt x="4970" y="5848"/>
                  <a:pt x="4979" y="5848"/>
                </a:cubicBezTo>
                <a:cubicBezTo>
                  <a:pt x="5055" y="5848"/>
                  <a:pt x="5133" y="5801"/>
                  <a:pt x="5144" y="5716"/>
                </a:cubicBezTo>
                <a:cubicBezTo>
                  <a:pt x="5156" y="5620"/>
                  <a:pt x="5096" y="5537"/>
                  <a:pt x="5013" y="5525"/>
                </a:cubicBezTo>
                <a:cubicBezTo>
                  <a:pt x="4918" y="5513"/>
                  <a:pt x="4834" y="5489"/>
                  <a:pt x="4739" y="5489"/>
                </a:cubicBezTo>
                <a:cubicBezTo>
                  <a:pt x="3941" y="5489"/>
                  <a:pt x="3298" y="6144"/>
                  <a:pt x="3298" y="6942"/>
                </a:cubicBezTo>
                <a:cubicBezTo>
                  <a:pt x="3298" y="7740"/>
                  <a:pt x="3953" y="8383"/>
                  <a:pt x="4739" y="8383"/>
                </a:cubicBezTo>
                <a:cubicBezTo>
                  <a:pt x="5549" y="8383"/>
                  <a:pt x="6192" y="7728"/>
                  <a:pt x="6192" y="6942"/>
                </a:cubicBezTo>
                <a:cubicBezTo>
                  <a:pt x="6192" y="6609"/>
                  <a:pt x="6084" y="6299"/>
                  <a:pt x="5870" y="6049"/>
                </a:cubicBezTo>
                <a:lnTo>
                  <a:pt x="6406" y="5513"/>
                </a:lnTo>
                <a:cubicBezTo>
                  <a:pt x="6751" y="5906"/>
                  <a:pt x="6942" y="6418"/>
                  <a:pt x="6942" y="6942"/>
                </a:cubicBezTo>
                <a:cubicBezTo>
                  <a:pt x="6942" y="8156"/>
                  <a:pt x="5965" y="9133"/>
                  <a:pt x="4739" y="9133"/>
                </a:cubicBezTo>
                <a:cubicBezTo>
                  <a:pt x="3525" y="9133"/>
                  <a:pt x="2536" y="8156"/>
                  <a:pt x="2536" y="6942"/>
                </a:cubicBezTo>
                <a:cubicBezTo>
                  <a:pt x="2536" y="5716"/>
                  <a:pt x="3525" y="4739"/>
                  <a:pt x="4739" y="4739"/>
                </a:cubicBezTo>
                <a:cubicBezTo>
                  <a:pt x="5120" y="4739"/>
                  <a:pt x="5477" y="4823"/>
                  <a:pt x="5787" y="5001"/>
                </a:cubicBezTo>
                <a:cubicBezTo>
                  <a:pt x="5812" y="5016"/>
                  <a:pt x="5840" y="5022"/>
                  <a:pt x="5868" y="5022"/>
                </a:cubicBezTo>
                <a:cubicBezTo>
                  <a:pt x="5930" y="5022"/>
                  <a:pt x="5992" y="4988"/>
                  <a:pt x="6025" y="4930"/>
                </a:cubicBezTo>
                <a:cubicBezTo>
                  <a:pt x="6073" y="4834"/>
                  <a:pt x="6037" y="4739"/>
                  <a:pt x="5953" y="4692"/>
                </a:cubicBezTo>
                <a:cubicBezTo>
                  <a:pt x="5572" y="4501"/>
                  <a:pt x="5156" y="4370"/>
                  <a:pt x="4739" y="4370"/>
                </a:cubicBezTo>
                <a:cubicBezTo>
                  <a:pt x="3346" y="4370"/>
                  <a:pt x="2203" y="5525"/>
                  <a:pt x="2203" y="6918"/>
                </a:cubicBezTo>
                <a:cubicBezTo>
                  <a:pt x="2203" y="8323"/>
                  <a:pt x="3346" y="9466"/>
                  <a:pt x="4739" y="9466"/>
                </a:cubicBezTo>
                <a:cubicBezTo>
                  <a:pt x="6144" y="9466"/>
                  <a:pt x="7287" y="8323"/>
                  <a:pt x="7287" y="6918"/>
                </a:cubicBezTo>
                <a:cubicBezTo>
                  <a:pt x="7287" y="6299"/>
                  <a:pt x="7061" y="5716"/>
                  <a:pt x="6668" y="5239"/>
                </a:cubicBezTo>
                <a:lnTo>
                  <a:pt x="7204" y="4704"/>
                </a:lnTo>
                <a:cubicBezTo>
                  <a:pt x="7751" y="5311"/>
                  <a:pt x="8049" y="6085"/>
                  <a:pt x="8049" y="6918"/>
                </a:cubicBezTo>
                <a:cubicBezTo>
                  <a:pt x="8049" y="8740"/>
                  <a:pt x="6561" y="10228"/>
                  <a:pt x="4739" y="10228"/>
                </a:cubicBezTo>
                <a:cubicBezTo>
                  <a:pt x="2929" y="10228"/>
                  <a:pt x="1441" y="8740"/>
                  <a:pt x="1441" y="6918"/>
                </a:cubicBezTo>
                <a:cubicBezTo>
                  <a:pt x="1441" y="5108"/>
                  <a:pt x="2929" y="3620"/>
                  <a:pt x="4739" y="3620"/>
                </a:cubicBezTo>
                <a:cubicBezTo>
                  <a:pt x="5382" y="3620"/>
                  <a:pt x="5989" y="3799"/>
                  <a:pt x="6525" y="4132"/>
                </a:cubicBezTo>
                <a:cubicBezTo>
                  <a:pt x="6558" y="4151"/>
                  <a:pt x="6594" y="4161"/>
                  <a:pt x="6628" y="4161"/>
                </a:cubicBezTo>
                <a:cubicBezTo>
                  <a:pt x="6679" y="4161"/>
                  <a:pt x="6727" y="4139"/>
                  <a:pt x="6763" y="4096"/>
                </a:cubicBezTo>
                <a:cubicBezTo>
                  <a:pt x="6811" y="4025"/>
                  <a:pt x="6799" y="3918"/>
                  <a:pt x="6727" y="3858"/>
                </a:cubicBezTo>
                <a:cubicBezTo>
                  <a:pt x="6144" y="3477"/>
                  <a:pt x="5453" y="3275"/>
                  <a:pt x="4763" y="3275"/>
                </a:cubicBezTo>
                <a:cubicBezTo>
                  <a:pt x="2751" y="3275"/>
                  <a:pt x="1108" y="4918"/>
                  <a:pt x="1108" y="6918"/>
                </a:cubicBezTo>
                <a:cubicBezTo>
                  <a:pt x="1108" y="8930"/>
                  <a:pt x="2751" y="10573"/>
                  <a:pt x="4763" y="10573"/>
                </a:cubicBezTo>
                <a:cubicBezTo>
                  <a:pt x="6763" y="10573"/>
                  <a:pt x="8406" y="8930"/>
                  <a:pt x="8406" y="6918"/>
                </a:cubicBezTo>
                <a:cubicBezTo>
                  <a:pt x="8406" y="6013"/>
                  <a:pt x="8061" y="5132"/>
                  <a:pt x="7454" y="4465"/>
                </a:cubicBezTo>
                <a:lnTo>
                  <a:pt x="7989" y="3930"/>
                </a:lnTo>
                <a:cubicBezTo>
                  <a:pt x="8704" y="4739"/>
                  <a:pt x="9144" y="5775"/>
                  <a:pt x="9144" y="6942"/>
                </a:cubicBezTo>
                <a:cubicBezTo>
                  <a:pt x="9144" y="9359"/>
                  <a:pt x="7168" y="11347"/>
                  <a:pt x="4739" y="11347"/>
                </a:cubicBezTo>
                <a:cubicBezTo>
                  <a:pt x="2322" y="11347"/>
                  <a:pt x="334" y="9359"/>
                  <a:pt x="334" y="6942"/>
                </a:cubicBezTo>
                <a:cubicBezTo>
                  <a:pt x="334" y="4513"/>
                  <a:pt x="2322" y="2537"/>
                  <a:pt x="4739" y="2537"/>
                </a:cubicBezTo>
                <a:close/>
                <a:moveTo>
                  <a:pt x="10403" y="1"/>
                </a:moveTo>
                <a:cubicBezTo>
                  <a:pt x="10360" y="1"/>
                  <a:pt x="10315" y="16"/>
                  <a:pt x="10275" y="48"/>
                </a:cubicBezTo>
                <a:lnTo>
                  <a:pt x="8466" y="1882"/>
                </a:lnTo>
                <a:cubicBezTo>
                  <a:pt x="8430" y="1906"/>
                  <a:pt x="8418" y="1953"/>
                  <a:pt x="8418" y="1989"/>
                </a:cubicBezTo>
                <a:lnTo>
                  <a:pt x="8418" y="3025"/>
                </a:lnTo>
                <a:lnTo>
                  <a:pt x="7978" y="3465"/>
                </a:lnTo>
                <a:cubicBezTo>
                  <a:pt x="7120" y="2679"/>
                  <a:pt x="5989" y="2203"/>
                  <a:pt x="4739" y="2203"/>
                </a:cubicBezTo>
                <a:cubicBezTo>
                  <a:pt x="2120" y="2203"/>
                  <a:pt x="0" y="4334"/>
                  <a:pt x="0" y="6954"/>
                </a:cubicBezTo>
                <a:cubicBezTo>
                  <a:pt x="0" y="9573"/>
                  <a:pt x="2120" y="11692"/>
                  <a:pt x="4739" y="11692"/>
                </a:cubicBezTo>
                <a:cubicBezTo>
                  <a:pt x="7358" y="11692"/>
                  <a:pt x="9490" y="9573"/>
                  <a:pt x="9490" y="6954"/>
                </a:cubicBezTo>
                <a:cubicBezTo>
                  <a:pt x="9490" y="5704"/>
                  <a:pt x="9013" y="4573"/>
                  <a:pt x="8228" y="3715"/>
                </a:cubicBezTo>
                <a:lnTo>
                  <a:pt x="8668" y="3275"/>
                </a:lnTo>
                <a:lnTo>
                  <a:pt x="9704" y="3275"/>
                </a:lnTo>
                <a:cubicBezTo>
                  <a:pt x="9740" y="3275"/>
                  <a:pt x="9787" y="3263"/>
                  <a:pt x="9823" y="3227"/>
                </a:cubicBezTo>
                <a:lnTo>
                  <a:pt x="11645" y="1394"/>
                </a:lnTo>
                <a:cubicBezTo>
                  <a:pt x="11680" y="1346"/>
                  <a:pt x="11692" y="1263"/>
                  <a:pt x="11668" y="1203"/>
                </a:cubicBezTo>
                <a:cubicBezTo>
                  <a:pt x="11633" y="1144"/>
                  <a:pt x="11573" y="1096"/>
                  <a:pt x="11502" y="1096"/>
                </a:cubicBezTo>
                <a:lnTo>
                  <a:pt x="10573" y="1096"/>
                </a:lnTo>
                <a:lnTo>
                  <a:pt x="10573" y="179"/>
                </a:lnTo>
                <a:cubicBezTo>
                  <a:pt x="10573" y="108"/>
                  <a:pt x="10537" y="48"/>
                  <a:pt x="10466" y="12"/>
                </a:cubicBezTo>
                <a:cubicBezTo>
                  <a:pt x="10446" y="5"/>
                  <a:pt x="10425" y="1"/>
                  <a:pt x="1040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29"/>
          <p:cNvSpPr txBox="1">
            <a:spLocks noGrp="1"/>
          </p:cNvSpPr>
          <p:nvPr>
            <p:ph type="title"/>
          </p:nvPr>
        </p:nvSpPr>
        <p:spPr>
          <a:xfrm>
            <a:off x="2598875" y="787425"/>
            <a:ext cx="3946500" cy="11751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098" name="Google Shape;1098;p29"/>
          <p:cNvSpPr txBox="1">
            <a:spLocks noGrp="1"/>
          </p:cNvSpPr>
          <p:nvPr>
            <p:ph type="title" idx="2"/>
          </p:nvPr>
        </p:nvSpPr>
        <p:spPr>
          <a:xfrm>
            <a:off x="2598625" y="2347850"/>
            <a:ext cx="3946500" cy="12291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Montserrat Medium"/>
                <a:ea typeface="Montserrat Medium"/>
                <a:cs typeface="Montserrat Medium"/>
                <a:sym typeface="Montserrat Medium"/>
              </a:rPr>
              <a:t>Архитектура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099" name="Google Shape;1099;p29"/>
          <p:cNvGrpSpPr/>
          <p:nvPr/>
        </p:nvGrpSpPr>
        <p:grpSpPr>
          <a:xfrm>
            <a:off x="2972897" y="2089316"/>
            <a:ext cx="3478000" cy="192185"/>
            <a:chOff x="4788672" y="2177404"/>
            <a:chExt cx="3478000" cy="192185"/>
          </a:xfrm>
        </p:grpSpPr>
        <p:sp>
          <p:nvSpPr>
            <p:cNvPr id="1100" name="Google Shape;1100;p29"/>
            <p:cNvSpPr/>
            <p:nvPr/>
          </p:nvSpPr>
          <p:spPr>
            <a:xfrm rot="-2700000" flipH="1">
              <a:off x="7250940" y="2205609"/>
              <a:ext cx="136016" cy="135774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101" name="Google Shape;1101;p29"/>
            <p:cNvCxnSpPr>
              <a:stCxn id="1102" idx="6"/>
              <a:endCxn id="1103" idx="2"/>
            </p:cNvCxnSpPr>
            <p:nvPr/>
          </p:nvCxnSpPr>
          <p:spPr>
            <a:xfrm rot="10800000">
              <a:off x="4845772" y="2272517"/>
              <a:ext cx="33639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03" name="Google Shape;1103;p29"/>
            <p:cNvSpPr/>
            <p:nvPr/>
          </p:nvSpPr>
          <p:spPr>
            <a:xfrm flipH="1">
              <a:off x="4788672" y="2244017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29"/>
            <p:cNvSpPr/>
            <p:nvPr/>
          </p:nvSpPr>
          <p:spPr>
            <a:xfrm flipH="1">
              <a:off x="8209672" y="2244017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4" name="Google Shape;1104;p29"/>
          <p:cNvGrpSpPr/>
          <p:nvPr/>
        </p:nvGrpSpPr>
        <p:grpSpPr>
          <a:xfrm flipH="1">
            <a:off x="7834772" y="2544125"/>
            <a:ext cx="1929500" cy="2210100"/>
            <a:chOff x="295725" y="-3462825"/>
            <a:chExt cx="1929500" cy="2210100"/>
          </a:xfrm>
        </p:grpSpPr>
        <p:sp>
          <p:nvSpPr>
            <p:cNvPr id="1105" name="Google Shape;1105;p29"/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29"/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29"/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29"/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29"/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29"/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29"/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29"/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29"/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29"/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29"/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29"/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29"/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29"/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29"/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29"/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29"/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29"/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29"/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29"/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29"/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29"/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29"/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29"/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29"/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0" name="Google Shape;1130;p29"/>
          <p:cNvGrpSpPr/>
          <p:nvPr/>
        </p:nvGrpSpPr>
        <p:grpSpPr>
          <a:xfrm>
            <a:off x="1005972" y="2347838"/>
            <a:ext cx="873188" cy="546900"/>
            <a:chOff x="1115510" y="4327288"/>
            <a:chExt cx="873188" cy="546900"/>
          </a:xfrm>
        </p:grpSpPr>
        <p:sp>
          <p:nvSpPr>
            <p:cNvPr id="1131" name="Google Shape;1131;p29"/>
            <p:cNvSpPr/>
            <p:nvPr/>
          </p:nvSpPr>
          <p:spPr>
            <a:xfrm flipH="1">
              <a:off x="1115510" y="4327288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32" name="Google Shape;1132;p29"/>
            <p:cNvGrpSpPr/>
            <p:nvPr/>
          </p:nvGrpSpPr>
          <p:grpSpPr>
            <a:xfrm flipH="1">
              <a:off x="1664772" y="4493938"/>
              <a:ext cx="323925" cy="323650"/>
              <a:chOff x="1608625" y="299800"/>
              <a:chExt cx="323925" cy="323650"/>
            </a:xfrm>
          </p:grpSpPr>
          <p:sp>
            <p:nvSpPr>
              <p:cNvPr id="1133" name="Google Shape;1133;p29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Google Shape;1134;p29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Google Shape;1135;p29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30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Архитектура</a:t>
            </a:r>
            <a:endParaRPr/>
          </a:p>
        </p:txBody>
      </p:sp>
      <p:grpSp>
        <p:nvGrpSpPr>
          <p:cNvPr id="1141" name="Google Shape;1141;p30"/>
          <p:cNvGrpSpPr/>
          <p:nvPr/>
        </p:nvGrpSpPr>
        <p:grpSpPr>
          <a:xfrm>
            <a:off x="708769" y="229268"/>
            <a:ext cx="1019565" cy="1290805"/>
            <a:chOff x="-4017975" y="-49702"/>
            <a:chExt cx="1162825" cy="1472177"/>
          </a:xfrm>
        </p:grpSpPr>
        <p:sp>
          <p:nvSpPr>
            <p:cNvPr id="1142" name="Google Shape;1142;p30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30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30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30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30"/>
            <p:cNvSpPr/>
            <p:nvPr/>
          </p:nvSpPr>
          <p:spPr>
            <a:xfrm>
              <a:off x="-3633259" y="-49702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30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30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9" name="Google Shape;1149;p30"/>
          <p:cNvGrpSpPr/>
          <p:nvPr/>
        </p:nvGrpSpPr>
        <p:grpSpPr>
          <a:xfrm>
            <a:off x="6056447" y="3828300"/>
            <a:ext cx="1929500" cy="2210100"/>
            <a:chOff x="295725" y="-3462825"/>
            <a:chExt cx="1929500" cy="2210100"/>
          </a:xfrm>
        </p:grpSpPr>
        <p:sp>
          <p:nvSpPr>
            <p:cNvPr id="1150" name="Google Shape;1150;p30"/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30"/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30"/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30"/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30"/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30"/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30"/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30"/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30"/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30"/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30"/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30"/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30"/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30"/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30"/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30"/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30"/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30"/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30"/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30"/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30"/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30"/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30"/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30"/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30"/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5" name="Google Shape;1175;p30"/>
          <p:cNvGrpSpPr/>
          <p:nvPr/>
        </p:nvGrpSpPr>
        <p:grpSpPr>
          <a:xfrm>
            <a:off x="7840825" y="1807363"/>
            <a:ext cx="1040638" cy="901375"/>
            <a:chOff x="8457538" y="810363"/>
            <a:chExt cx="1040638" cy="901375"/>
          </a:xfrm>
        </p:grpSpPr>
        <p:grpSp>
          <p:nvGrpSpPr>
            <p:cNvPr id="1176" name="Google Shape;1176;p30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1177" name="Google Shape;1177;p30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30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79" name="Google Shape;1179;p30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1180" name="Google Shape;1180;p30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Google Shape;1181;p30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Google Shape;1182;p30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83" name="Google Shape;1183;p30"/>
          <p:cNvGrpSpPr/>
          <p:nvPr/>
        </p:nvGrpSpPr>
        <p:grpSpPr>
          <a:xfrm>
            <a:off x="2868450" y="1050283"/>
            <a:ext cx="3407100" cy="192184"/>
            <a:chOff x="1512197" y="1069304"/>
            <a:chExt cx="3407100" cy="192184"/>
          </a:xfrm>
        </p:grpSpPr>
        <p:grpSp>
          <p:nvGrpSpPr>
            <p:cNvPr id="1184" name="Google Shape;1184;p30"/>
            <p:cNvGrpSpPr/>
            <p:nvPr/>
          </p:nvGrpSpPr>
          <p:grpSpPr>
            <a:xfrm>
              <a:off x="1512197" y="1069304"/>
              <a:ext cx="3350100" cy="192184"/>
              <a:chOff x="2944697" y="1069304"/>
              <a:chExt cx="3350100" cy="192184"/>
            </a:xfrm>
          </p:grpSpPr>
          <p:sp>
            <p:nvSpPr>
              <p:cNvPr id="1185" name="Google Shape;1185;p30"/>
              <p:cNvSpPr/>
              <p:nvPr/>
            </p:nvSpPr>
            <p:spPr>
              <a:xfrm rot="-2700000" flipH="1">
                <a:off x="5498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186" name="Google Shape;1186;p30"/>
              <p:cNvCxnSpPr>
                <a:stCxn id="1187" idx="6"/>
                <a:endCxn id="1188" idx="2"/>
              </p:cNvCxnSpPr>
              <p:nvPr/>
            </p:nvCxnSpPr>
            <p:spPr>
              <a:xfrm rot="10800000">
                <a:off x="3001697" y="1164492"/>
                <a:ext cx="32931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88" name="Google Shape;1188;p30"/>
              <p:cNvSpPr/>
              <p:nvPr/>
            </p:nvSpPr>
            <p:spPr>
              <a:xfrm flipH="1">
                <a:off x="29446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87" name="Google Shape;1187;p30"/>
            <p:cNvSpPr/>
            <p:nvPr/>
          </p:nvSpPr>
          <p:spPr>
            <a:xfrm flipH="1">
              <a:off x="4862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89" name="Google Shape;1189;p30" title="architecture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1725" y="1692990"/>
            <a:ext cx="4200525" cy="239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31"/>
          <p:cNvSpPr txBox="1">
            <a:spLocks noGrp="1"/>
          </p:cNvSpPr>
          <p:nvPr>
            <p:ph type="body" idx="1"/>
          </p:nvPr>
        </p:nvSpPr>
        <p:spPr>
          <a:xfrm>
            <a:off x="1932150" y="1660875"/>
            <a:ext cx="5279700" cy="2239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Ubuntu 22.04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“isc-dhcp-server” &amp; “isc-dhcp-client”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“iputils-ping” &amp; “iproute2”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195" name="Google Shape;1195;p31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Използвани технологии</a:t>
            </a:r>
            <a:endParaRPr/>
          </a:p>
        </p:txBody>
      </p:sp>
      <p:grpSp>
        <p:nvGrpSpPr>
          <p:cNvPr id="1196" name="Google Shape;1196;p31"/>
          <p:cNvGrpSpPr/>
          <p:nvPr/>
        </p:nvGrpSpPr>
        <p:grpSpPr>
          <a:xfrm>
            <a:off x="2868450" y="1050283"/>
            <a:ext cx="3407100" cy="192184"/>
            <a:chOff x="1512197" y="1069304"/>
            <a:chExt cx="3407100" cy="192184"/>
          </a:xfrm>
        </p:grpSpPr>
        <p:grpSp>
          <p:nvGrpSpPr>
            <p:cNvPr id="1197" name="Google Shape;1197;p31"/>
            <p:cNvGrpSpPr/>
            <p:nvPr/>
          </p:nvGrpSpPr>
          <p:grpSpPr>
            <a:xfrm>
              <a:off x="1512197" y="1069304"/>
              <a:ext cx="3350100" cy="192184"/>
              <a:chOff x="2944697" y="1069304"/>
              <a:chExt cx="3350100" cy="192184"/>
            </a:xfrm>
          </p:grpSpPr>
          <p:sp>
            <p:nvSpPr>
              <p:cNvPr id="1198" name="Google Shape;1198;p31"/>
              <p:cNvSpPr/>
              <p:nvPr/>
            </p:nvSpPr>
            <p:spPr>
              <a:xfrm rot="-2700000" flipH="1">
                <a:off x="5498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199" name="Google Shape;1199;p31"/>
              <p:cNvCxnSpPr>
                <a:stCxn id="1200" idx="6"/>
                <a:endCxn id="1201" idx="2"/>
              </p:cNvCxnSpPr>
              <p:nvPr/>
            </p:nvCxnSpPr>
            <p:spPr>
              <a:xfrm rot="10800000">
                <a:off x="3001697" y="1164492"/>
                <a:ext cx="32931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201" name="Google Shape;1201;p31"/>
              <p:cNvSpPr/>
              <p:nvPr/>
            </p:nvSpPr>
            <p:spPr>
              <a:xfrm flipH="1">
                <a:off x="29446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00" name="Google Shape;1200;p31"/>
            <p:cNvSpPr/>
            <p:nvPr/>
          </p:nvSpPr>
          <p:spPr>
            <a:xfrm flipH="1">
              <a:off x="4862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32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Архитектура - Docker Compose</a:t>
            </a:r>
            <a:endParaRPr/>
          </a:p>
        </p:txBody>
      </p:sp>
      <p:grpSp>
        <p:nvGrpSpPr>
          <p:cNvPr id="1207" name="Google Shape;1207;p32"/>
          <p:cNvGrpSpPr/>
          <p:nvPr/>
        </p:nvGrpSpPr>
        <p:grpSpPr>
          <a:xfrm>
            <a:off x="708769" y="229268"/>
            <a:ext cx="1019565" cy="1290805"/>
            <a:chOff x="-4017975" y="-49702"/>
            <a:chExt cx="1162825" cy="1472177"/>
          </a:xfrm>
        </p:grpSpPr>
        <p:sp>
          <p:nvSpPr>
            <p:cNvPr id="1208" name="Google Shape;1208;p32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32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32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32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32"/>
            <p:cNvSpPr/>
            <p:nvPr/>
          </p:nvSpPr>
          <p:spPr>
            <a:xfrm>
              <a:off x="-3633259" y="-49702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32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32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5" name="Google Shape;1215;p32"/>
          <p:cNvGrpSpPr/>
          <p:nvPr/>
        </p:nvGrpSpPr>
        <p:grpSpPr>
          <a:xfrm>
            <a:off x="6056447" y="3828300"/>
            <a:ext cx="1929500" cy="2210100"/>
            <a:chOff x="295725" y="-3462825"/>
            <a:chExt cx="1929500" cy="2210100"/>
          </a:xfrm>
        </p:grpSpPr>
        <p:sp>
          <p:nvSpPr>
            <p:cNvPr id="1216" name="Google Shape;1216;p32"/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32"/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32"/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32"/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32"/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32"/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32"/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32"/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32"/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32"/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32"/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32"/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32"/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32"/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32"/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32"/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32"/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32"/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32"/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32"/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32"/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32"/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32"/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32"/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32"/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1" name="Google Shape;1241;p32"/>
          <p:cNvGrpSpPr/>
          <p:nvPr/>
        </p:nvGrpSpPr>
        <p:grpSpPr>
          <a:xfrm>
            <a:off x="7840825" y="1807363"/>
            <a:ext cx="1040638" cy="901375"/>
            <a:chOff x="8457538" y="810363"/>
            <a:chExt cx="1040638" cy="901375"/>
          </a:xfrm>
        </p:grpSpPr>
        <p:grpSp>
          <p:nvGrpSpPr>
            <p:cNvPr id="1242" name="Google Shape;1242;p32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1243" name="Google Shape;1243;p32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Google Shape;1244;p32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45" name="Google Shape;1245;p32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1246" name="Google Shape;1246;p32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Google Shape;1247;p32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32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49" name="Google Shape;1249;p32"/>
          <p:cNvGrpSpPr/>
          <p:nvPr/>
        </p:nvGrpSpPr>
        <p:grpSpPr>
          <a:xfrm>
            <a:off x="2868450" y="1050283"/>
            <a:ext cx="3407100" cy="192184"/>
            <a:chOff x="1512197" y="1069304"/>
            <a:chExt cx="3407100" cy="192184"/>
          </a:xfrm>
        </p:grpSpPr>
        <p:grpSp>
          <p:nvGrpSpPr>
            <p:cNvPr id="1250" name="Google Shape;1250;p32"/>
            <p:cNvGrpSpPr/>
            <p:nvPr/>
          </p:nvGrpSpPr>
          <p:grpSpPr>
            <a:xfrm>
              <a:off x="1512197" y="1069304"/>
              <a:ext cx="3350100" cy="192184"/>
              <a:chOff x="2944697" y="1069304"/>
              <a:chExt cx="3350100" cy="192184"/>
            </a:xfrm>
          </p:grpSpPr>
          <p:sp>
            <p:nvSpPr>
              <p:cNvPr id="1251" name="Google Shape;1251;p32"/>
              <p:cNvSpPr/>
              <p:nvPr/>
            </p:nvSpPr>
            <p:spPr>
              <a:xfrm rot="-2700000" flipH="1">
                <a:off x="5498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252" name="Google Shape;1252;p32"/>
              <p:cNvCxnSpPr>
                <a:stCxn id="1253" idx="6"/>
                <a:endCxn id="1254" idx="2"/>
              </p:cNvCxnSpPr>
              <p:nvPr/>
            </p:nvCxnSpPr>
            <p:spPr>
              <a:xfrm rot="10800000">
                <a:off x="3001697" y="1164492"/>
                <a:ext cx="32931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254" name="Google Shape;1254;p32"/>
              <p:cNvSpPr/>
              <p:nvPr/>
            </p:nvSpPr>
            <p:spPr>
              <a:xfrm flipH="1">
                <a:off x="29446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53" name="Google Shape;1253;p32"/>
            <p:cNvSpPr/>
            <p:nvPr/>
          </p:nvSpPr>
          <p:spPr>
            <a:xfrm flipH="1">
              <a:off x="4862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255" name="Google Shape;125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1825" y="1389384"/>
            <a:ext cx="2800350" cy="333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p33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Архитектура - Docker Compose</a:t>
            </a:r>
            <a:endParaRPr/>
          </a:p>
        </p:txBody>
      </p:sp>
      <p:grpSp>
        <p:nvGrpSpPr>
          <p:cNvPr id="1261" name="Google Shape;1261;p33"/>
          <p:cNvGrpSpPr/>
          <p:nvPr/>
        </p:nvGrpSpPr>
        <p:grpSpPr>
          <a:xfrm>
            <a:off x="708769" y="229268"/>
            <a:ext cx="1019565" cy="1290805"/>
            <a:chOff x="-4017975" y="-49702"/>
            <a:chExt cx="1162825" cy="1472177"/>
          </a:xfrm>
        </p:grpSpPr>
        <p:sp>
          <p:nvSpPr>
            <p:cNvPr id="1262" name="Google Shape;1262;p33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33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33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33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33"/>
            <p:cNvSpPr/>
            <p:nvPr/>
          </p:nvSpPr>
          <p:spPr>
            <a:xfrm>
              <a:off x="-3633259" y="-49702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33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33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69" name="Google Shape;1269;p33"/>
          <p:cNvGrpSpPr/>
          <p:nvPr/>
        </p:nvGrpSpPr>
        <p:grpSpPr>
          <a:xfrm>
            <a:off x="6056447" y="3828300"/>
            <a:ext cx="1929500" cy="2210100"/>
            <a:chOff x="295725" y="-3462825"/>
            <a:chExt cx="1929500" cy="2210100"/>
          </a:xfrm>
        </p:grpSpPr>
        <p:sp>
          <p:nvSpPr>
            <p:cNvPr id="1270" name="Google Shape;1270;p33"/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33"/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33"/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33"/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33"/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33"/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33"/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33"/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33"/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33"/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33"/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33"/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33"/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33"/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33"/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33"/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33"/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33"/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33"/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33"/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33"/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33"/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33"/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33"/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33"/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5" name="Google Shape;1295;p33"/>
          <p:cNvGrpSpPr/>
          <p:nvPr/>
        </p:nvGrpSpPr>
        <p:grpSpPr>
          <a:xfrm>
            <a:off x="7840825" y="1807363"/>
            <a:ext cx="1040638" cy="901375"/>
            <a:chOff x="8457538" y="810363"/>
            <a:chExt cx="1040638" cy="901375"/>
          </a:xfrm>
        </p:grpSpPr>
        <p:grpSp>
          <p:nvGrpSpPr>
            <p:cNvPr id="1296" name="Google Shape;1296;p33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1297" name="Google Shape;1297;p33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Google Shape;1298;p33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9" name="Google Shape;1299;p33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1300" name="Google Shape;1300;p33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Google Shape;1301;p33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Google Shape;1302;p33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03" name="Google Shape;1303;p33"/>
          <p:cNvGrpSpPr/>
          <p:nvPr/>
        </p:nvGrpSpPr>
        <p:grpSpPr>
          <a:xfrm>
            <a:off x="2868450" y="1050283"/>
            <a:ext cx="3407100" cy="192184"/>
            <a:chOff x="1512197" y="1069304"/>
            <a:chExt cx="3407100" cy="192184"/>
          </a:xfrm>
        </p:grpSpPr>
        <p:grpSp>
          <p:nvGrpSpPr>
            <p:cNvPr id="1304" name="Google Shape;1304;p33"/>
            <p:cNvGrpSpPr/>
            <p:nvPr/>
          </p:nvGrpSpPr>
          <p:grpSpPr>
            <a:xfrm>
              <a:off x="1512197" y="1069304"/>
              <a:ext cx="3350100" cy="192184"/>
              <a:chOff x="2944697" y="1069304"/>
              <a:chExt cx="3350100" cy="192184"/>
            </a:xfrm>
          </p:grpSpPr>
          <p:sp>
            <p:nvSpPr>
              <p:cNvPr id="1305" name="Google Shape;1305;p33"/>
              <p:cNvSpPr/>
              <p:nvPr/>
            </p:nvSpPr>
            <p:spPr>
              <a:xfrm rot="-2700000" flipH="1">
                <a:off x="5498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306" name="Google Shape;1306;p33"/>
              <p:cNvCxnSpPr>
                <a:stCxn id="1307" idx="6"/>
                <a:endCxn id="1308" idx="2"/>
              </p:cNvCxnSpPr>
              <p:nvPr/>
            </p:nvCxnSpPr>
            <p:spPr>
              <a:xfrm rot="10800000">
                <a:off x="3001697" y="1164492"/>
                <a:ext cx="32931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308" name="Google Shape;1308;p33"/>
              <p:cNvSpPr/>
              <p:nvPr/>
            </p:nvSpPr>
            <p:spPr>
              <a:xfrm flipH="1">
                <a:off x="29446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07" name="Google Shape;1307;p33"/>
            <p:cNvSpPr/>
            <p:nvPr/>
          </p:nvSpPr>
          <p:spPr>
            <a:xfrm flipH="1">
              <a:off x="4862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309" name="Google Shape;130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1350" y="2024050"/>
            <a:ext cx="2781300" cy="109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p34"/>
          <p:cNvSpPr txBox="1">
            <a:spLocks noGrp="1"/>
          </p:cNvSpPr>
          <p:nvPr>
            <p:ph type="title"/>
          </p:nvPr>
        </p:nvSpPr>
        <p:spPr>
          <a:xfrm>
            <a:off x="2598875" y="787425"/>
            <a:ext cx="3946500" cy="11751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315" name="Google Shape;1315;p34"/>
          <p:cNvSpPr txBox="1">
            <a:spLocks noGrp="1"/>
          </p:cNvSpPr>
          <p:nvPr>
            <p:ph type="title" idx="2"/>
          </p:nvPr>
        </p:nvSpPr>
        <p:spPr>
          <a:xfrm>
            <a:off x="2598625" y="2347850"/>
            <a:ext cx="3946500" cy="12291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Montserrat Medium"/>
                <a:ea typeface="Montserrat Medium"/>
                <a:cs typeface="Montserrat Medium"/>
                <a:sym typeface="Montserrat Medium"/>
              </a:rPr>
              <a:t>Сървър и Клиенти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316" name="Google Shape;1316;p34"/>
          <p:cNvGrpSpPr/>
          <p:nvPr/>
        </p:nvGrpSpPr>
        <p:grpSpPr>
          <a:xfrm>
            <a:off x="2972897" y="2089316"/>
            <a:ext cx="3478000" cy="192185"/>
            <a:chOff x="4788672" y="2177404"/>
            <a:chExt cx="3478000" cy="192185"/>
          </a:xfrm>
        </p:grpSpPr>
        <p:sp>
          <p:nvSpPr>
            <p:cNvPr id="1317" name="Google Shape;1317;p34"/>
            <p:cNvSpPr/>
            <p:nvPr/>
          </p:nvSpPr>
          <p:spPr>
            <a:xfrm rot="-2700000" flipH="1">
              <a:off x="7250940" y="2205609"/>
              <a:ext cx="136016" cy="135774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18" name="Google Shape;1318;p34"/>
            <p:cNvCxnSpPr>
              <a:stCxn id="1319" idx="6"/>
              <a:endCxn id="1320" idx="2"/>
            </p:cNvCxnSpPr>
            <p:nvPr/>
          </p:nvCxnSpPr>
          <p:spPr>
            <a:xfrm rot="10800000">
              <a:off x="4845772" y="2272517"/>
              <a:ext cx="33639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20" name="Google Shape;1320;p34"/>
            <p:cNvSpPr/>
            <p:nvPr/>
          </p:nvSpPr>
          <p:spPr>
            <a:xfrm flipH="1">
              <a:off x="4788672" y="2244017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34"/>
            <p:cNvSpPr/>
            <p:nvPr/>
          </p:nvSpPr>
          <p:spPr>
            <a:xfrm flipH="1">
              <a:off x="8209672" y="2244017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1" name="Google Shape;1321;p34"/>
          <p:cNvGrpSpPr/>
          <p:nvPr/>
        </p:nvGrpSpPr>
        <p:grpSpPr>
          <a:xfrm flipH="1">
            <a:off x="7834772" y="2544125"/>
            <a:ext cx="1929500" cy="2210100"/>
            <a:chOff x="295725" y="-3462825"/>
            <a:chExt cx="1929500" cy="2210100"/>
          </a:xfrm>
        </p:grpSpPr>
        <p:sp>
          <p:nvSpPr>
            <p:cNvPr id="1322" name="Google Shape;1322;p34"/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34"/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34"/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34"/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34"/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34"/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34"/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34"/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34"/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34"/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34"/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34"/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34"/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34"/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34"/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34"/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34"/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34"/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34"/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34"/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34"/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34"/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34"/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34"/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34"/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7" name="Google Shape;1347;p34"/>
          <p:cNvGrpSpPr/>
          <p:nvPr/>
        </p:nvGrpSpPr>
        <p:grpSpPr>
          <a:xfrm>
            <a:off x="1005972" y="2347838"/>
            <a:ext cx="873188" cy="546900"/>
            <a:chOff x="1115510" y="4327288"/>
            <a:chExt cx="873188" cy="546900"/>
          </a:xfrm>
        </p:grpSpPr>
        <p:sp>
          <p:nvSpPr>
            <p:cNvPr id="1348" name="Google Shape;1348;p34"/>
            <p:cNvSpPr/>
            <p:nvPr/>
          </p:nvSpPr>
          <p:spPr>
            <a:xfrm flipH="1">
              <a:off x="1115510" y="4327288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49" name="Google Shape;1349;p34"/>
            <p:cNvGrpSpPr/>
            <p:nvPr/>
          </p:nvGrpSpPr>
          <p:grpSpPr>
            <a:xfrm flipH="1">
              <a:off x="1664772" y="4493938"/>
              <a:ext cx="323925" cy="323650"/>
              <a:chOff x="1608625" y="299800"/>
              <a:chExt cx="323925" cy="323650"/>
            </a:xfrm>
          </p:grpSpPr>
          <p:sp>
            <p:nvSpPr>
              <p:cNvPr id="1350" name="Google Shape;1350;p34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34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34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p35"/>
          <p:cNvSpPr txBox="1">
            <a:spLocks noGrp="1"/>
          </p:cNvSpPr>
          <p:nvPr>
            <p:ph type="body" idx="1"/>
          </p:nvPr>
        </p:nvSpPr>
        <p:spPr>
          <a:xfrm>
            <a:off x="1932150" y="1660875"/>
            <a:ext cx="5279700" cy="2239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Сървърът представлява Ubuntu 22.04 Docker контейнер. При създаването на контейнера, Docker копира конфигурацията за DHCP сървъра, инсталира пакета “isc-dhcp-server”, подготвя средата и стартира сървъра.</a:t>
            </a:r>
            <a:endParaRPr/>
          </a:p>
        </p:txBody>
      </p:sp>
      <p:sp>
        <p:nvSpPr>
          <p:cNvPr id="1358" name="Google Shape;1358;p35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Сървър</a:t>
            </a:r>
            <a:endParaRPr/>
          </a:p>
        </p:txBody>
      </p:sp>
      <p:grpSp>
        <p:nvGrpSpPr>
          <p:cNvPr id="1359" name="Google Shape;1359;p35"/>
          <p:cNvGrpSpPr/>
          <p:nvPr/>
        </p:nvGrpSpPr>
        <p:grpSpPr>
          <a:xfrm>
            <a:off x="708769" y="229268"/>
            <a:ext cx="1019565" cy="1290805"/>
            <a:chOff x="-4017975" y="-49702"/>
            <a:chExt cx="1162825" cy="1472177"/>
          </a:xfrm>
        </p:grpSpPr>
        <p:sp>
          <p:nvSpPr>
            <p:cNvPr id="1360" name="Google Shape;1360;p35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35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35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35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35"/>
            <p:cNvSpPr/>
            <p:nvPr/>
          </p:nvSpPr>
          <p:spPr>
            <a:xfrm>
              <a:off x="-3633259" y="-49702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35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35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7" name="Google Shape;1367;p35"/>
          <p:cNvGrpSpPr/>
          <p:nvPr/>
        </p:nvGrpSpPr>
        <p:grpSpPr>
          <a:xfrm>
            <a:off x="6056447" y="3828300"/>
            <a:ext cx="1929500" cy="2210100"/>
            <a:chOff x="295725" y="-3462825"/>
            <a:chExt cx="1929500" cy="2210100"/>
          </a:xfrm>
        </p:grpSpPr>
        <p:sp>
          <p:nvSpPr>
            <p:cNvPr id="1368" name="Google Shape;1368;p35"/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35"/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35"/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35"/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35"/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35"/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35"/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35"/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35"/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35"/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35"/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35"/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35"/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35"/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35"/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35"/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35"/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35"/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35"/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35"/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35"/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35"/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35"/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35"/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35"/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3" name="Google Shape;1393;p35"/>
          <p:cNvGrpSpPr/>
          <p:nvPr/>
        </p:nvGrpSpPr>
        <p:grpSpPr>
          <a:xfrm>
            <a:off x="7840825" y="1807363"/>
            <a:ext cx="1040638" cy="901375"/>
            <a:chOff x="8457538" y="810363"/>
            <a:chExt cx="1040638" cy="901375"/>
          </a:xfrm>
        </p:grpSpPr>
        <p:grpSp>
          <p:nvGrpSpPr>
            <p:cNvPr id="1394" name="Google Shape;1394;p35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1395" name="Google Shape;1395;p35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Google Shape;1396;p35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97" name="Google Shape;1397;p35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1398" name="Google Shape;1398;p35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Google Shape;1399;p35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Google Shape;1400;p35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01" name="Google Shape;1401;p35"/>
          <p:cNvGrpSpPr/>
          <p:nvPr/>
        </p:nvGrpSpPr>
        <p:grpSpPr>
          <a:xfrm>
            <a:off x="2868450" y="1050283"/>
            <a:ext cx="3407100" cy="192184"/>
            <a:chOff x="1512197" y="1069304"/>
            <a:chExt cx="3407100" cy="192184"/>
          </a:xfrm>
        </p:grpSpPr>
        <p:grpSp>
          <p:nvGrpSpPr>
            <p:cNvPr id="1402" name="Google Shape;1402;p35"/>
            <p:cNvGrpSpPr/>
            <p:nvPr/>
          </p:nvGrpSpPr>
          <p:grpSpPr>
            <a:xfrm>
              <a:off x="1512197" y="1069304"/>
              <a:ext cx="3350100" cy="192184"/>
              <a:chOff x="2944697" y="1069304"/>
              <a:chExt cx="3350100" cy="192184"/>
            </a:xfrm>
          </p:grpSpPr>
          <p:sp>
            <p:nvSpPr>
              <p:cNvPr id="1403" name="Google Shape;1403;p35"/>
              <p:cNvSpPr/>
              <p:nvPr/>
            </p:nvSpPr>
            <p:spPr>
              <a:xfrm rot="-2700000" flipH="1">
                <a:off x="5498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04" name="Google Shape;1404;p35"/>
              <p:cNvCxnSpPr>
                <a:stCxn id="1405" idx="6"/>
                <a:endCxn id="1406" idx="2"/>
              </p:cNvCxnSpPr>
              <p:nvPr/>
            </p:nvCxnSpPr>
            <p:spPr>
              <a:xfrm rot="10800000">
                <a:off x="3001697" y="1164492"/>
                <a:ext cx="32931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06" name="Google Shape;1406;p35"/>
              <p:cNvSpPr/>
              <p:nvPr/>
            </p:nvSpPr>
            <p:spPr>
              <a:xfrm flipH="1">
                <a:off x="29446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05" name="Google Shape;1405;p35"/>
            <p:cNvSpPr/>
            <p:nvPr/>
          </p:nvSpPr>
          <p:spPr>
            <a:xfrm flipH="1">
              <a:off x="4862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36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Сървър - Конфигурация</a:t>
            </a:r>
            <a:endParaRPr/>
          </a:p>
        </p:txBody>
      </p:sp>
      <p:grpSp>
        <p:nvGrpSpPr>
          <p:cNvPr id="1412" name="Google Shape;1412;p36"/>
          <p:cNvGrpSpPr/>
          <p:nvPr/>
        </p:nvGrpSpPr>
        <p:grpSpPr>
          <a:xfrm>
            <a:off x="708769" y="229268"/>
            <a:ext cx="1019565" cy="1290805"/>
            <a:chOff x="-4017975" y="-49702"/>
            <a:chExt cx="1162825" cy="1472177"/>
          </a:xfrm>
        </p:grpSpPr>
        <p:sp>
          <p:nvSpPr>
            <p:cNvPr id="1413" name="Google Shape;1413;p36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36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36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36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36"/>
            <p:cNvSpPr/>
            <p:nvPr/>
          </p:nvSpPr>
          <p:spPr>
            <a:xfrm>
              <a:off x="-3633259" y="-49702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36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36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0" name="Google Shape;1420;p36"/>
          <p:cNvGrpSpPr/>
          <p:nvPr/>
        </p:nvGrpSpPr>
        <p:grpSpPr>
          <a:xfrm>
            <a:off x="6056447" y="3828300"/>
            <a:ext cx="1929500" cy="2210100"/>
            <a:chOff x="295725" y="-3462825"/>
            <a:chExt cx="1929500" cy="2210100"/>
          </a:xfrm>
        </p:grpSpPr>
        <p:sp>
          <p:nvSpPr>
            <p:cNvPr id="1421" name="Google Shape;1421;p36"/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36"/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36"/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36"/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36"/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36"/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36"/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36"/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36"/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36"/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36"/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36"/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36"/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36"/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36"/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36"/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36"/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36"/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36"/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36"/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36"/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36"/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36"/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36"/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36"/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6" name="Google Shape;1446;p36"/>
          <p:cNvGrpSpPr/>
          <p:nvPr/>
        </p:nvGrpSpPr>
        <p:grpSpPr>
          <a:xfrm>
            <a:off x="7840825" y="1807363"/>
            <a:ext cx="1040638" cy="901375"/>
            <a:chOff x="8457538" y="810363"/>
            <a:chExt cx="1040638" cy="901375"/>
          </a:xfrm>
        </p:grpSpPr>
        <p:grpSp>
          <p:nvGrpSpPr>
            <p:cNvPr id="1447" name="Google Shape;1447;p36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1448" name="Google Shape;1448;p36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36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0" name="Google Shape;1450;p36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1451" name="Google Shape;1451;p36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36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36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54" name="Google Shape;1454;p36"/>
          <p:cNvGrpSpPr/>
          <p:nvPr/>
        </p:nvGrpSpPr>
        <p:grpSpPr>
          <a:xfrm>
            <a:off x="2868450" y="1050283"/>
            <a:ext cx="3407100" cy="192184"/>
            <a:chOff x="1512197" y="1069304"/>
            <a:chExt cx="3407100" cy="192184"/>
          </a:xfrm>
        </p:grpSpPr>
        <p:grpSp>
          <p:nvGrpSpPr>
            <p:cNvPr id="1455" name="Google Shape;1455;p36"/>
            <p:cNvGrpSpPr/>
            <p:nvPr/>
          </p:nvGrpSpPr>
          <p:grpSpPr>
            <a:xfrm>
              <a:off x="1512197" y="1069304"/>
              <a:ext cx="3350100" cy="192184"/>
              <a:chOff x="2944697" y="1069304"/>
              <a:chExt cx="3350100" cy="192184"/>
            </a:xfrm>
          </p:grpSpPr>
          <p:sp>
            <p:nvSpPr>
              <p:cNvPr id="1456" name="Google Shape;1456;p36"/>
              <p:cNvSpPr/>
              <p:nvPr/>
            </p:nvSpPr>
            <p:spPr>
              <a:xfrm rot="-2700000" flipH="1">
                <a:off x="5498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57" name="Google Shape;1457;p36"/>
              <p:cNvCxnSpPr>
                <a:stCxn id="1458" idx="6"/>
                <a:endCxn id="1459" idx="2"/>
              </p:cNvCxnSpPr>
              <p:nvPr/>
            </p:nvCxnSpPr>
            <p:spPr>
              <a:xfrm rot="10800000">
                <a:off x="3001697" y="1164492"/>
                <a:ext cx="32931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59" name="Google Shape;1459;p36"/>
              <p:cNvSpPr/>
              <p:nvPr/>
            </p:nvSpPr>
            <p:spPr>
              <a:xfrm flipH="1">
                <a:off x="29446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58" name="Google Shape;1458;p36"/>
            <p:cNvSpPr/>
            <p:nvPr/>
          </p:nvSpPr>
          <p:spPr>
            <a:xfrm flipH="1">
              <a:off x="4862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60" name="Google Shape;146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850" y="1640763"/>
            <a:ext cx="3724275" cy="267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p37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Сървър - Dockerfile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66" name="Google Shape;1466;p37"/>
          <p:cNvGrpSpPr/>
          <p:nvPr/>
        </p:nvGrpSpPr>
        <p:grpSpPr>
          <a:xfrm>
            <a:off x="708769" y="229268"/>
            <a:ext cx="1019565" cy="1290805"/>
            <a:chOff x="-4017975" y="-49702"/>
            <a:chExt cx="1162825" cy="1472177"/>
          </a:xfrm>
        </p:grpSpPr>
        <p:sp>
          <p:nvSpPr>
            <p:cNvPr id="1467" name="Google Shape;1467;p37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37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37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37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37"/>
            <p:cNvSpPr/>
            <p:nvPr/>
          </p:nvSpPr>
          <p:spPr>
            <a:xfrm>
              <a:off x="-3633259" y="-49702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37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37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4" name="Google Shape;1474;p37"/>
          <p:cNvGrpSpPr/>
          <p:nvPr/>
        </p:nvGrpSpPr>
        <p:grpSpPr>
          <a:xfrm>
            <a:off x="7840825" y="1807363"/>
            <a:ext cx="1040638" cy="901375"/>
            <a:chOff x="8457538" y="810363"/>
            <a:chExt cx="1040638" cy="901375"/>
          </a:xfrm>
        </p:grpSpPr>
        <p:grpSp>
          <p:nvGrpSpPr>
            <p:cNvPr id="1475" name="Google Shape;1475;p37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1476" name="Google Shape;1476;p37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Google Shape;1477;p37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78" name="Google Shape;1478;p37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1479" name="Google Shape;1479;p37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37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37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82" name="Google Shape;1482;p37"/>
          <p:cNvGrpSpPr/>
          <p:nvPr/>
        </p:nvGrpSpPr>
        <p:grpSpPr>
          <a:xfrm>
            <a:off x="2868450" y="1050283"/>
            <a:ext cx="3407100" cy="192184"/>
            <a:chOff x="1512197" y="1069304"/>
            <a:chExt cx="3407100" cy="192184"/>
          </a:xfrm>
        </p:grpSpPr>
        <p:grpSp>
          <p:nvGrpSpPr>
            <p:cNvPr id="1483" name="Google Shape;1483;p37"/>
            <p:cNvGrpSpPr/>
            <p:nvPr/>
          </p:nvGrpSpPr>
          <p:grpSpPr>
            <a:xfrm>
              <a:off x="1512197" y="1069304"/>
              <a:ext cx="3350100" cy="192184"/>
              <a:chOff x="2944697" y="1069304"/>
              <a:chExt cx="3350100" cy="192184"/>
            </a:xfrm>
          </p:grpSpPr>
          <p:sp>
            <p:nvSpPr>
              <p:cNvPr id="1484" name="Google Shape;1484;p37"/>
              <p:cNvSpPr/>
              <p:nvPr/>
            </p:nvSpPr>
            <p:spPr>
              <a:xfrm rot="-2700000" flipH="1">
                <a:off x="5498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85" name="Google Shape;1485;p37"/>
              <p:cNvCxnSpPr>
                <a:stCxn id="1486" idx="6"/>
                <a:endCxn id="1487" idx="2"/>
              </p:cNvCxnSpPr>
              <p:nvPr/>
            </p:nvCxnSpPr>
            <p:spPr>
              <a:xfrm rot="10800000">
                <a:off x="3001697" y="1164492"/>
                <a:ext cx="32931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87" name="Google Shape;1487;p37"/>
              <p:cNvSpPr/>
              <p:nvPr/>
            </p:nvSpPr>
            <p:spPr>
              <a:xfrm flipH="1">
                <a:off x="29446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86" name="Google Shape;1486;p37"/>
            <p:cNvSpPr/>
            <p:nvPr/>
          </p:nvSpPr>
          <p:spPr>
            <a:xfrm flipH="1">
              <a:off x="4862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88" name="Google Shape;148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9713" y="1552832"/>
            <a:ext cx="6124575" cy="2933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89" name="Google Shape;1489;p37"/>
          <p:cNvGrpSpPr/>
          <p:nvPr/>
        </p:nvGrpSpPr>
        <p:grpSpPr>
          <a:xfrm>
            <a:off x="6056447" y="3828300"/>
            <a:ext cx="1929500" cy="2210100"/>
            <a:chOff x="295725" y="-3462825"/>
            <a:chExt cx="1929500" cy="2210100"/>
          </a:xfrm>
        </p:grpSpPr>
        <p:sp>
          <p:nvSpPr>
            <p:cNvPr id="1490" name="Google Shape;1490;p37"/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37"/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37"/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37"/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37"/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7"/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7"/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7"/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37"/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37"/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37"/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37"/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37"/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37"/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37"/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37"/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37"/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37"/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37"/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37"/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37"/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37"/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37"/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37"/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37"/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p38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Сървър - Dockerfile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20" name="Google Shape;1520;p38"/>
          <p:cNvGrpSpPr/>
          <p:nvPr/>
        </p:nvGrpSpPr>
        <p:grpSpPr>
          <a:xfrm>
            <a:off x="708769" y="229268"/>
            <a:ext cx="1019565" cy="1290805"/>
            <a:chOff x="-4017975" y="-49702"/>
            <a:chExt cx="1162825" cy="1472177"/>
          </a:xfrm>
        </p:grpSpPr>
        <p:sp>
          <p:nvSpPr>
            <p:cNvPr id="1521" name="Google Shape;1521;p38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38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38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38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38"/>
            <p:cNvSpPr/>
            <p:nvPr/>
          </p:nvSpPr>
          <p:spPr>
            <a:xfrm>
              <a:off x="-3633259" y="-49702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38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38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8" name="Google Shape;1528;p38"/>
          <p:cNvGrpSpPr/>
          <p:nvPr/>
        </p:nvGrpSpPr>
        <p:grpSpPr>
          <a:xfrm>
            <a:off x="7840825" y="1807363"/>
            <a:ext cx="1040638" cy="901375"/>
            <a:chOff x="8457538" y="810363"/>
            <a:chExt cx="1040638" cy="901375"/>
          </a:xfrm>
        </p:grpSpPr>
        <p:grpSp>
          <p:nvGrpSpPr>
            <p:cNvPr id="1529" name="Google Shape;1529;p38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1530" name="Google Shape;1530;p38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38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2" name="Google Shape;1532;p38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1533" name="Google Shape;1533;p38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Google Shape;1534;p38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Google Shape;1535;p38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36" name="Google Shape;1536;p38"/>
          <p:cNvGrpSpPr/>
          <p:nvPr/>
        </p:nvGrpSpPr>
        <p:grpSpPr>
          <a:xfrm>
            <a:off x="2868450" y="1050283"/>
            <a:ext cx="3407100" cy="192184"/>
            <a:chOff x="1512197" y="1069304"/>
            <a:chExt cx="3407100" cy="192184"/>
          </a:xfrm>
        </p:grpSpPr>
        <p:grpSp>
          <p:nvGrpSpPr>
            <p:cNvPr id="1537" name="Google Shape;1537;p38"/>
            <p:cNvGrpSpPr/>
            <p:nvPr/>
          </p:nvGrpSpPr>
          <p:grpSpPr>
            <a:xfrm>
              <a:off x="1512197" y="1069304"/>
              <a:ext cx="3350100" cy="192184"/>
              <a:chOff x="2944697" y="1069304"/>
              <a:chExt cx="3350100" cy="192184"/>
            </a:xfrm>
          </p:grpSpPr>
          <p:sp>
            <p:nvSpPr>
              <p:cNvPr id="1538" name="Google Shape;1538;p38"/>
              <p:cNvSpPr/>
              <p:nvPr/>
            </p:nvSpPr>
            <p:spPr>
              <a:xfrm rot="-2700000" flipH="1">
                <a:off x="5498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39" name="Google Shape;1539;p38"/>
              <p:cNvCxnSpPr>
                <a:stCxn id="1540" idx="6"/>
                <a:endCxn id="1541" idx="2"/>
              </p:cNvCxnSpPr>
              <p:nvPr/>
            </p:nvCxnSpPr>
            <p:spPr>
              <a:xfrm rot="10800000">
                <a:off x="3001697" y="1164492"/>
                <a:ext cx="32931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41" name="Google Shape;1541;p38"/>
              <p:cNvSpPr/>
              <p:nvPr/>
            </p:nvSpPr>
            <p:spPr>
              <a:xfrm flipH="1">
                <a:off x="29446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40" name="Google Shape;1540;p38"/>
            <p:cNvSpPr/>
            <p:nvPr/>
          </p:nvSpPr>
          <p:spPr>
            <a:xfrm flipH="1">
              <a:off x="4862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42" name="Google Shape;1542;p38"/>
          <p:cNvGrpSpPr/>
          <p:nvPr/>
        </p:nvGrpSpPr>
        <p:grpSpPr>
          <a:xfrm>
            <a:off x="6056447" y="3828300"/>
            <a:ext cx="1929500" cy="2210100"/>
            <a:chOff x="295725" y="-3462825"/>
            <a:chExt cx="1929500" cy="2210100"/>
          </a:xfrm>
        </p:grpSpPr>
        <p:sp>
          <p:nvSpPr>
            <p:cNvPr id="1543" name="Google Shape;1543;p38"/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38"/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38"/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38"/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38"/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38"/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38"/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38"/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38"/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38"/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38"/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38"/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38"/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38"/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38"/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38"/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38"/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38"/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38"/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38"/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38"/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38"/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38"/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38"/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38"/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68" name="Google Shape;156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1775" y="1807375"/>
            <a:ext cx="3600450" cy="161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Google Shape;1573;p39"/>
          <p:cNvSpPr txBox="1">
            <a:spLocks noGrp="1"/>
          </p:cNvSpPr>
          <p:nvPr>
            <p:ph type="body" idx="1"/>
          </p:nvPr>
        </p:nvSpPr>
        <p:spPr>
          <a:xfrm>
            <a:off x="1932150" y="1660875"/>
            <a:ext cx="5279700" cy="2239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Клиентът представлява Ubuntu 22.04 Docker контейнер. При създаването на контейнера се инсталира пакета “isc-dhcp-client”, а при стартирането му се изпълнява команда за поискване на динамично IP.</a:t>
            </a:r>
            <a:endParaRPr/>
          </a:p>
        </p:txBody>
      </p:sp>
      <p:sp>
        <p:nvSpPr>
          <p:cNvPr id="1574" name="Google Shape;1574;p39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Клиент</a:t>
            </a:r>
            <a:endParaRPr/>
          </a:p>
        </p:txBody>
      </p:sp>
      <p:grpSp>
        <p:nvGrpSpPr>
          <p:cNvPr id="1575" name="Google Shape;1575;p39"/>
          <p:cNvGrpSpPr/>
          <p:nvPr/>
        </p:nvGrpSpPr>
        <p:grpSpPr>
          <a:xfrm>
            <a:off x="708769" y="229268"/>
            <a:ext cx="1019565" cy="1290805"/>
            <a:chOff x="-4017975" y="-49702"/>
            <a:chExt cx="1162825" cy="1472177"/>
          </a:xfrm>
        </p:grpSpPr>
        <p:sp>
          <p:nvSpPr>
            <p:cNvPr id="1576" name="Google Shape;1576;p39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39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39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39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39"/>
            <p:cNvSpPr/>
            <p:nvPr/>
          </p:nvSpPr>
          <p:spPr>
            <a:xfrm>
              <a:off x="-3633259" y="-49702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39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39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3" name="Google Shape;1583;p39"/>
          <p:cNvGrpSpPr/>
          <p:nvPr/>
        </p:nvGrpSpPr>
        <p:grpSpPr>
          <a:xfrm>
            <a:off x="6056447" y="3828300"/>
            <a:ext cx="1929500" cy="2210100"/>
            <a:chOff x="295725" y="-3462825"/>
            <a:chExt cx="1929500" cy="2210100"/>
          </a:xfrm>
        </p:grpSpPr>
        <p:sp>
          <p:nvSpPr>
            <p:cNvPr id="1584" name="Google Shape;1584;p39"/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39"/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39"/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39"/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39"/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39"/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39"/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39"/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39"/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39"/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39"/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39"/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39"/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39"/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39"/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39"/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39"/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39"/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39"/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39"/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39"/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9"/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9"/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9"/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9"/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9" name="Google Shape;1609;p39"/>
          <p:cNvGrpSpPr/>
          <p:nvPr/>
        </p:nvGrpSpPr>
        <p:grpSpPr>
          <a:xfrm>
            <a:off x="7840825" y="1807363"/>
            <a:ext cx="1040638" cy="901375"/>
            <a:chOff x="8457538" y="810363"/>
            <a:chExt cx="1040638" cy="901375"/>
          </a:xfrm>
        </p:grpSpPr>
        <p:grpSp>
          <p:nvGrpSpPr>
            <p:cNvPr id="1610" name="Google Shape;1610;p39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1611" name="Google Shape;1611;p39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Google Shape;1612;p39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13" name="Google Shape;1613;p39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1614" name="Google Shape;1614;p39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Google Shape;1615;p39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39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17" name="Google Shape;1617;p39"/>
          <p:cNvGrpSpPr/>
          <p:nvPr/>
        </p:nvGrpSpPr>
        <p:grpSpPr>
          <a:xfrm>
            <a:off x="2868450" y="1050283"/>
            <a:ext cx="3407100" cy="192184"/>
            <a:chOff x="1512197" y="1069304"/>
            <a:chExt cx="3407100" cy="192184"/>
          </a:xfrm>
        </p:grpSpPr>
        <p:grpSp>
          <p:nvGrpSpPr>
            <p:cNvPr id="1618" name="Google Shape;1618;p39"/>
            <p:cNvGrpSpPr/>
            <p:nvPr/>
          </p:nvGrpSpPr>
          <p:grpSpPr>
            <a:xfrm>
              <a:off x="1512197" y="1069304"/>
              <a:ext cx="3350100" cy="192184"/>
              <a:chOff x="2944697" y="1069304"/>
              <a:chExt cx="3350100" cy="192184"/>
            </a:xfrm>
          </p:grpSpPr>
          <p:sp>
            <p:nvSpPr>
              <p:cNvPr id="1619" name="Google Shape;1619;p39"/>
              <p:cNvSpPr/>
              <p:nvPr/>
            </p:nvSpPr>
            <p:spPr>
              <a:xfrm rot="-2700000" flipH="1">
                <a:off x="5498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620" name="Google Shape;1620;p39"/>
              <p:cNvCxnSpPr>
                <a:stCxn id="1621" idx="6"/>
                <a:endCxn id="1622" idx="2"/>
              </p:cNvCxnSpPr>
              <p:nvPr/>
            </p:nvCxnSpPr>
            <p:spPr>
              <a:xfrm rot="10800000">
                <a:off x="3001697" y="1164492"/>
                <a:ext cx="32931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622" name="Google Shape;1622;p39"/>
              <p:cNvSpPr/>
              <p:nvPr/>
            </p:nvSpPr>
            <p:spPr>
              <a:xfrm flipH="1">
                <a:off x="29446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21" name="Google Shape;1621;p39"/>
            <p:cNvSpPr/>
            <p:nvPr/>
          </p:nvSpPr>
          <p:spPr>
            <a:xfrm flipH="1">
              <a:off x="4862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Google Shape;1627;p40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Клиент - Dockerfile</a:t>
            </a:r>
            <a:endParaRPr/>
          </a:p>
        </p:txBody>
      </p:sp>
      <p:grpSp>
        <p:nvGrpSpPr>
          <p:cNvPr id="1628" name="Google Shape;1628;p40"/>
          <p:cNvGrpSpPr/>
          <p:nvPr/>
        </p:nvGrpSpPr>
        <p:grpSpPr>
          <a:xfrm>
            <a:off x="708769" y="229268"/>
            <a:ext cx="1019565" cy="1290805"/>
            <a:chOff x="-4017975" y="-49702"/>
            <a:chExt cx="1162825" cy="1472177"/>
          </a:xfrm>
        </p:grpSpPr>
        <p:sp>
          <p:nvSpPr>
            <p:cNvPr id="1629" name="Google Shape;1629;p40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40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40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40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40"/>
            <p:cNvSpPr/>
            <p:nvPr/>
          </p:nvSpPr>
          <p:spPr>
            <a:xfrm>
              <a:off x="-3633259" y="-49702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40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40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36" name="Google Shape;1636;p40"/>
          <p:cNvGrpSpPr/>
          <p:nvPr/>
        </p:nvGrpSpPr>
        <p:grpSpPr>
          <a:xfrm>
            <a:off x="6056447" y="3828300"/>
            <a:ext cx="1929500" cy="2210100"/>
            <a:chOff x="295725" y="-3462825"/>
            <a:chExt cx="1929500" cy="2210100"/>
          </a:xfrm>
        </p:grpSpPr>
        <p:sp>
          <p:nvSpPr>
            <p:cNvPr id="1637" name="Google Shape;1637;p40"/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40"/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40"/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40"/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40"/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40"/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40"/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40"/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40"/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40"/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40"/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40"/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40"/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40"/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40"/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40"/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40"/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40"/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40"/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40"/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40"/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40"/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40"/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40"/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40"/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62" name="Google Shape;1662;p40"/>
          <p:cNvGrpSpPr/>
          <p:nvPr/>
        </p:nvGrpSpPr>
        <p:grpSpPr>
          <a:xfrm>
            <a:off x="7840825" y="1807363"/>
            <a:ext cx="1040638" cy="901375"/>
            <a:chOff x="8457538" y="810363"/>
            <a:chExt cx="1040638" cy="901375"/>
          </a:xfrm>
        </p:grpSpPr>
        <p:grpSp>
          <p:nvGrpSpPr>
            <p:cNvPr id="1663" name="Google Shape;1663;p40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1664" name="Google Shape;1664;p40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Google Shape;1665;p40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66" name="Google Shape;1666;p40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1667" name="Google Shape;1667;p40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Google Shape;1668;p40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Google Shape;1669;p40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70" name="Google Shape;1670;p40"/>
          <p:cNvGrpSpPr/>
          <p:nvPr/>
        </p:nvGrpSpPr>
        <p:grpSpPr>
          <a:xfrm>
            <a:off x="2868450" y="1050283"/>
            <a:ext cx="3407100" cy="192184"/>
            <a:chOff x="1512197" y="1069304"/>
            <a:chExt cx="3407100" cy="192184"/>
          </a:xfrm>
        </p:grpSpPr>
        <p:grpSp>
          <p:nvGrpSpPr>
            <p:cNvPr id="1671" name="Google Shape;1671;p40"/>
            <p:cNvGrpSpPr/>
            <p:nvPr/>
          </p:nvGrpSpPr>
          <p:grpSpPr>
            <a:xfrm>
              <a:off x="1512197" y="1069304"/>
              <a:ext cx="3350100" cy="192184"/>
              <a:chOff x="2944697" y="1069304"/>
              <a:chExt cx="3350100" cy="192184"/>
            </a:xfrm>
          </p:grpSpPr>
          <p:sp>
            <p:nvSpPr>
              <p:cNvPr id="1672" name="Google Shape;1672;p40"/>
              <p:cNvSpPr/>
              <p:nvPr/>
            </p:nvSpPr>
            <p:spPr>
              <a:xfrm rot="-2700000" flipH="1">
                <a:off x="5498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673" name="Google Shape;1673;p40"/>
              <p:cNvCxnSpPr>
                <a:stCxn id="1674" idx="6"/>
                <a:endCxn id="1675" idx="2"/>
              </p:cNvCxnSpPr>
              <p:nvPr/>
            </p:nvCxnSpPr>
            <p:spPr>
              <a:xfrm rot="10800000">
                <a:off x="3001697" y="1164492"/>
                <a:ext cx="32931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675" name="Google Shape;1675;p40"/>
              <p:cNvSpPr/>
              <p:nvPr/>
            </p:nvSpPr>
            <p:spPr>
              <a:xfrm flipH="1">
                <a:off x="29446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74" name="Google Shape;1674;p40"/>
            <p:cNvSpPr/>
            <p:nvPr/>
          </p:nvSpPr>
          <p:spPr>
            <a:xfrm flipH="1">
              <a:off x="4862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676" name="Google Shape;167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2613" y="1577803"/>
            <a:ext cx="5438775" cy="234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1" name="Google Shape;1681;p41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Клиент - Dockerfile</a:t>
            </a:r>
            <a:endParaRPr/>
          </a:p>
        </p:txBody>
      </p:sp>
      <p:grpSp>
        <p:nvGrpSpPr>
          <p:cNvPr id="1682" name="Google Shape;1682;p41"/>
          <p:cNvGrpSpPr/>
          <p:nvPr/>
        </p:nvGrpSpPr>
        <p:grpSpPr>
          <a:xfrm>
            <a:off x="708769" y="229268"/>
            <a:ext cx="1019565" cy="1290805"/>
            <a:chOff x="-4017975" y="-49702"/>
            <a:chExt cx="1162825" cy="1472177"/>
          </a:xfrm>
        </p:grpSpPr>
        <p:sp>
          <p:nvSpPr>
            <p:cNvPr id="1683" name="Google Shape;1683;p41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41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41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41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41"/>
            <p:cNvSpPr/>
            <p:nvPr/>
          </p:nvSpPr>
          <p:spPr>
            <a:xfrm>
              <a:off x="-3633259" y="-49702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41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41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90" name="Google Shape;1690;p41"/>
          <p:cNvGrpSpPr/>
          <p:nvPr/>
        </p:nvGrpSpPr>
        <p:grpSpPr>
          <a:xfrm>
            <a:off x="6056447" y="3828300"/>
            <a:ext cx="1929500" cy="2210100"/>
            <a:chOff x="295725" y="-3462825"/>
            <a:chExt cx="1929500" cy="2210100"/>
          </a:xfrm>
        </p:grpSpPr>
        <p:sp>
          <p:nvSpPr>
            <p:cNvPr id="1691" name="Google Shape;1691;p41"/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41"/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41"/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41"/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41"/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41"/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41"/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41"/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41"/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41"/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41"/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41"/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41"/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41"/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41"/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41"/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41"/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41"/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41"/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41"/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41"/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41"/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41"/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41"/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41"/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6" name="Google Shape;1716;p41"/>
          <p:cNvGrpSpPr/>
          <p:nvPr/>
        </p:nvGrpSpPr>
        <p:grpSpPr>
          <a:xfrm>
            <a:off x="7840825" y="1807363"/>
            <a:ext cx="1040638" cy="901375"/>
            <a:chOff x="8457538" y="810363"/>
            <a:chExt cx="1040638" cy="901375"/>
          </a:xfrm>
        </p:grpSpPr>
        <p:grpSp>
          <p:nvGrpSpPr>
            <p:cNvPr id="1717" name="Google Shape;1717;p41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1718" name="Google Shape;1718;p41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Google Shape;1719;p41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20" name="Google Shape;1720;p41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1721" name="Google Shape;1721;p41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Google Shape;1722;p41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Google Shape;1723;p41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24" name="Google Shape;1724;p41"/>
          <p:cNvGrpSpPr/>
          <p:nvPr/>
        </p:nvGrpSpPr>
        <p:grpSpPr>
          <a:xfrm>
            <a:off x="2868450" y="1050283"/>
            <a:ext cx="3407100" cy="192184"/>
            <a:chOff x="1512197" y="1069304"/>
            <a:chExt cx="3407100" cy="192184"/>
          </a:xfrm>
        </p:grpSpPr>
        <p:grpSp>
          <p:nvGrpSpPr>
            <p:cNvPr id="1725" name="Google Shape;1725;p41"/>
            <p:cNvGrpSpPr/>
            <p:nvPr/>
          </p:nvGrpSpPr>
          <p:grpSpPr>
            <a:xfrm>
              <a:off x="1512197" y="1069304"/>
              <a:ext cx="3350100" cy="192184"/>
              <a:chOff x="2944697" y="1069304"/>
              <a:chExt cx="3350100" cy="192184"/>
            </a:xfrm>
          </p:grpSpPr>
          <p:sp>
            <p:nvSpPr>
              <p:cNvPr id="1726" name="Google Shape;1726;p41"/>
              <p:cNvSpPr/>
              <p:nvPr/>
            </p:nvSpPr>
            <p:spPr>
              <a:xfrm rot="-2700000" flipH="1">
                <a:off x="5498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727" name="Google Shape;1727;p41"/>
              <p:cNvCxnSpPr>
                <a:stCxn id="1728" idx="6"/>
                <a:endCxn id="1729" idx="2"/>
              </p:cNvCxnSpPr>
              <p:nvPr/>
            </p:nvCxnSpPr>
            <p:spPr>
              <a:xfrm rot="10800000">
                <a:off x="3001697" y="1164492"/>
                <a:ext cx="32931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729" name="Google Shape;1729;p41"/>
              <p:cNvSpPr/>
              <p:nvPr/>
            </p:nvSpPr>
            <p:spPr>
              <a:xfrm flipH="1">
                <a:off x="29446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28" name="Google Shape;1728;p41"/>
            <p:cNvSpPr/>
            <p:nvPr/>
          </p:nvSpPr>
          <p:spPr>
            <a:xfrm flipH="1">
              <a:off x="4862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730" name="Google Shape;173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7988" y="1891227"/>
            <a:ext cx="3248025" cy="143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5" name="Google Shape;1735;p42"/>
          <p:cNvSpPr txBox="1">
            <a:spLocks noGrp="1"/>
          </p:cNvSpPr>
          <p:nvPr>
            <p:ph type="title"/>
          </p:nvPr>
        </p:nvSpPr>
        <p:spPr>
          <a:xfrm>
            <a:off x="2598875" y="787425"/>
            <a:ext cx="3946500" cy="11751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736" name="Google Shape;1736;p42"/>
          <p:cNvSpPr txBox="1">
            <a:spLocks noGrp="1"/>
          </p:cNvSpPr>
          <p:nvPr>
            <p:ph type="title" idx="2"/>
          </p:nvPr>
        </p:nvSpPr>
        <p:spPr>
          <a:xfrm>
            <a:off x="2598625" y="2347850"/>
            <a:ext cx="3946500" cy="12291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Montserrat Medium"/>
                <a:ea typeface="Montserrat Medium"/>
                <a:cs typeface="Montserrat Medium"/>
                <a:sym typeface="Montserrat Medium"/>
              </a:rPr>
              <a:t>Демо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737" name="Google Shape;1737;p42"/>
          <p:cNvGrpSpPr/>
          <p:nvPr/>
        </p:nvGrpSpPr>
        <p:grpSpPr>
          <a:xfrm>
            <a:off x="2972897" y="2089316"/>
            <a:ext cx="3478000" cy="192185"/>
            <a:chOff x="4788672" y="2177404"/>
            <a:chExt cx="3478000" cy="192185"/>
          </a:xfrm>
        </p:grpSpPr>
        <p:sp>
          <p:nvSpPr>
            <p:cNvPr id="1738" name="Google Shape;1738;p42"/>
            <p:cNvSpPr/>
            <p:nvPr/>
          </p:nvSpPr>
          <p:spPr>
            <a:xfrm rot="-2700000" flipH="1">
              <a:off x="7250940" y="2205609"/>
              <a:ext cx="136016" cy="135774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739" name="Google Shape;1739;p42"/>
            <p:cNvCxnSpPr>
              <a:stCxn id="1740" idx="6"/>
              <a:endCxn id="1741" idx="2"/>
            </p:cNvCxnSpPr>
            <p:nvPr/>
          </p:nvCxnSpPr>
          <p:spPr>
            <a:xfrm rot="10800000">
              <a:off x="4845772" y="2272517"/>
              <a:ext cx="33639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41" name="Google Shape;1741;p42"/>
            <p:cNvSpPr/>
            <p:nvPr/>
          </p:nvSpPr>
          <p:spPr>
            <a:xfrm flipH="1">
              <a:off x="4788672" y="2244017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42"/>
            <p:cNvSpPr/>
            <p:nvPr/>
          </p:nvSpPr>
          <p:spPr>
            <a:xfrm flipH="1">
              <a:off x="8209672" y="2244017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42" name="Google Shape;1742;p42"/>
          <p:cNvGrpSpPr/>
          <p:nvPr/>
        </p:nvGrpSpPr>
        <p:grpSpPr>
          <a:xfrm flipH="1">
            <a:off x="7834772" y="2544125"/>
            <a:ext cx="1929500" cy="2210100"/>
            <a:chOff x="295725" y="-3462825"/>
            <a:chExt cx="1929500" cy="2210100"/>
          </a:xfrm>
        </p:grpSpPr>
        <p:sp>
          <p:nvSpPr>
            <p:cNvPr id="1743" name="Google Shape;1743;p42"/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42"/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42"/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42"/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42"/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42"/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42"/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42"/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42"/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42"/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42"/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42"/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42"/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42"/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42"/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42"/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42"/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42"/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42"/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42"/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42"/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42"/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42"/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42"/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42"/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8" name="Google Shape;1768;p42"/>
          <p:cNvGrpSpPr/>
          <p:nvPr/>
        </p:nvGrpSpPr>
        <p:grpSpPr>
          <a:xfrm>
            <a:off x="1005972" y="2347838"/>
            <a:ext cx="873188" cy="546900"/>
            <a:chOff x="1115510" y="4327288"/>
            <a:chExt cx="873188" cy="546900"/>
          </a:xfrm>
        </p:grpSpPr>
        <p:sp>
          <p:nvSpPr>
            <p:cNvPr id="1769" name="Google Shape;1769;p42"/>
            <p:cNvSpPr/>
            <p:nvPr/>
          </p:nvSpPr>
          <p:spPr>
            <a:xfrm flipH="1">
              <a:off x="1115510" y="4327288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70" name="Google Shape;1770;p42"/>
            <p:cNvGrpSpPr/>
            <p:nvPr/>
          </p:nvGrpSpPr>
          <p:grpSpPr>
            <a:xfrm flipH="1">
              <a:off x="1664772" y="4493938"/>
              <a:ext cx="323925" cy="323650"/>
              <a:chOff x="1608625" y="299800"/>
              <a:chExt cx="323925" cy="323650"/>
            </a:xfrm>
          </p:grpSpPr>
          <p:sp>
            <p:nvSpPr>
              <p:cNvPr id="1771" name="Google Shape;1771;p42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Google Shape;1772;p42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Google Shape;1773;p42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8" name="Google Shape;177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9864" y="620810"/>
            <a:ext cx="7224272" cy="424708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681;p41">
            <a:extLst>
              <a:ext uri="{FF2B5EF4-FFF2-40B4-BE49-F238E27FC236}">
                <a16:creationId xmlns:a16="http://schemas.microsoft.com/office/drawing/2014/main" id="{938C3BB2-6DDA-AE0A-58D8-B34105C8DC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850" y="115659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800" dirty="0"/>
              <a:t>Демо – Извеждане на </a:t>
            </a:r>
            <a:r>
              <a:rPr lang="en-US" sz="1800" dirty="0"/>
              <a:t>“leases”</a:t>
            </a:r>
            <a:endParaRPr sz="1800" dirty="0"/>
          </a:p>
        </p:txBody>
      </p:sp>
      <p:grpSp>
        <p:nvGrpSpPr>
          <p:cNvPr id="3" name="Google Shape;1724;p41">
            <a:extLst>
              <a:ext uri="{FF2B5EF4-FFF2-40B4-BE49-F238E27FC236}">
                <a16:creationId xmlns:a16="http://schemas.microsoft.com/office/drawing/2014/main" id="{FDA28869-A8CA-86D9-554F-1EBF67C14488}"/>
              </a:ext>
            </a:extLst>
          </p:cNvPr>
          <p:cNvGrpSpPr/>
          <p:nvPr/>
        </p:nvGrpSpPr>
        <p:grpSpPr>
          <a:xfrm>
            <a:off x="2868450" y="402009"/>
            <a:ext cx="3407100" cy="192184"/>
            <a:chOff x="1512197" y="1069304"/>
            <a:chExt cx="3407100" cy="192184"/>
          </a:xfrm>
        </p:grpSpPr>
        <p:grpSp>
          <p:nvGrpSpPr>
            <p:cNvPr id="4" name="Google Shape;1725;p41">
              <a:extLst>
                <a:ext uri="{FF2B5EF4-FFF2-40B4-BE49-F238E27FC236}">
                  <a16:creationId xmlns:a16="http://schemas.microsoft.com/office/drawing/2014/main" id="{0AE893F0-258F-874B-DAD3-40CED4605836}"/>
                </a:ext>
              </a:extLst>
            </p:cNvPr>
            <p:cNvGrpSpPr/>
            <p:nvPr/>
          </p:nvGrpSpPr>
          <p:grpSpPr>
            <a:xfrm>
              <a:off x="1512197" y="1069304"/>
              <a:ext cx="3350100" cy="192184"/>
              <a:chOff x="2944697" y="1069304"/>
              <a:chExt cx="3350100" cy="192184"/>
            </a:xfrm>
          </p:grpSpPr>
          <p:sp>
            <p:nvSpPr>
              <p:cNvPr id="6" name="Google Shape;1726;p41">
                <a:extLst>
                  <a:ext uri="{FF2B5EF4-FFF2-40B4-BE49-F238E27FC236}">
                    <a16:creationId xmlns:a16="http://schemas.microsoft.com/office/drawing/2014/main" id="{1C5467E5-3703-AF62-A87E-80D9721D208C}"/>
                  </a:ext>
                </a:extLst>
              </p:cNvPr>
              <p:cNvSpPr/>
              <p:nvPr/>
            </p:nvSpPr>
            <p:spPr>
              <a:xfrm rot="-2700000" flipH="1">
                <a:off x="5498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7" name="Google Shape;1727;p41">
                <a:extLst>
                  <a:ext uri="{FF2B5EF4-FFF2-40B4-BE49-F238E27FC236}">
                    <a16:creationId xmlns:a16="http://schemas.microsoft.com/office/drawing/2014/main" id="{39086672-C486-929D-5E50-619CBACAD213}"/>
                  </a:ext>
                </a:extLst>
              </p:cNvPr>
              <p:cNvCxnSpPr>
                <a:stCxn id="5" idx="6"/>
                <a:endCxn id="8" idx="2"/>
              </p:cNvCxnSpPr>
              <p:nvPr/>
            </p:nvCxnSpPr>
            <p:spPr>
              <a:xfrm rot="10800000">
                <a:off x="3001697" y="1164492"/>
                <a:ext cx="32931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8" name="Google Shape;1729;p41">
                <a:extLst>
                  <a:ext uri="{FF2B5EF4-FFF2-40B4-BE49-F238E27FC236}">
                    <a16:creationId xmlns:a16="http://schemas.microsoft.com/office/drawing/2014/main" id="{3B68E1A9-777E-FAC7-3881-149ED26FA98C}"/>
                  </a:ext>
                </a:extLst>
              </p:cNvPr>
              <p:cNvSpPr/>
              <p:nvPr/>
            </p:nvSpPr>
            <p:spPr>
              <a:xfrm flipH="1">
                <a:off x="29446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" name="Google Shape;1728;p41">
              <a:extLst>
                <a:ext uri="{FF2B5EF4-FFF2-40B4-BE49-F238E27FC236}">
                  <a16:creationId xmlns:a16="http://schemas.microsoft.com/office/drawing/2014/main" id="{76A19558-AAF3-1630-5E41-F700F0BB4E8D}"/>
                </a:ext>
              </a:extLst>
            </p:cNvPr>
            <p:cNvSpPr/>
            <p:nvPr/>
          </p:nvSpPr>
          <p:spPr>
            <a:xfrm flipH="1">
              <a:off x="4862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3" name="Google Shape;178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0935" y="989989"/>
            <a:ext cx="4722129" cy="394501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681;p41">
            <a:extLst>
              <a:ext uri="{FF2B5EF4-FFF2-40B4-BE49-F238E27FC236}">
                <a16:creationId xmlns:a16="http://schemas.microsoft.com/office/drawing/2014/main" id="{58C04072-B34E-E60E-BF4B-E9ADF8EB49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2150" y="115659"/>
            <a:ext cx="8547652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800" dirty="0"/>
              <a:t>Демо – Извеждане на клиентско </a:t>
            </a:r>
            <a:r>
              <a:rPr lang="en-US" sz="1800" dirty="0"/>
              <a:t>IP, ”ping” </a:t>
            </a:r>
            <a:r>
              <a:rPr lang="bg-BG" sz="1800" dirty="0"/>
              <a:t>към </a:t>
            </a:r>
            <a:r>
              <a:rPr lang="en-US" sz="1800" dirty="0"/>
              <a:t>“gateway”-a, “ping” </a:t>
            </a:r>
            <a:r>
              <a:rPr lang="bg-BG" sz="1800" dirty="0"/>
              <a:t>към клиента с резервирано </a:t>
            </a:r>
            <a:r>
              <a:rPr lang="en-US" sz="1800" dirty="0"/>
              <a:t>IP </a:t>
            </a:r>
            <a:r>
              <a:rPr lang="bg-BG" sz="1800" dirty="0"/>
              <a:t>и „</a:t>
            </a:r>
            <a:r>
              <a:rPr lang="en-US" sz="1800" dirty="0"/>
              <a:t>ping” </a:t>
            </a:r>
            <a:r>
              <a:rPr lang="bg-BG" sz="1800" dirty="0"/>
              <a:t>към  несъществуващо </a:t>
            </a:r>
            <a:r>
              <a:rPr lang="en-US" sz="1800" dirty="0"/>
              <a:t>IP</a:t>
            </a:r>
            <a:endParaRPr sz="1800" dirty="0"/>
          </a:p>
        </p:txBody>
      </p:sp>
      <p:grpSp>
        <p:nvGrpSpPr>
          <p:cNvPr id="3" name="Google Shape;1724;p41">
            <a:extLst>
              <a:ext uri="{FF2B5EF4-FFF2-40B4-BE49-F238E27FC236}">
                <a16:creationId xmlns:a16="http://schemas.microsoft.com/office/drawing/2014/main" id="{A6BD1633-BF30-C5A6-4AE0-2D426FADB5D7}"/>
              </a:ext>
            </a:extLst>
          </p:cNvPr>
          <p:cNvGrpSpPr/>
          <p:nvPr/>
        </p:nvGrpSpPr>
        <p:grpSpPr>
          <a:xfrm>
            <a:off x="2868449" y="688359"/>
            <a:ext cx="3407100" cy="192184"/>
            <a:chOff x="1512197" y="1069304"/>
            <a:chExt cx="3407100" cy="192184"/>
          </a:xfrm>
        </p:grpSpPr>
        <p:grpSp>
          <p:nvGrpSpPr>
            <p:cNvPr id="4" name="Google Shape;1725;p41">
              <a:extLst>
                <a:ext uri="{FF2B5EF4-FFF2-40B4-BE49-F238E27FC236}">
                  <a16:creationId xmlns:a16="http://schemas.microsoft.com/office/drawing/2014/main" id="{1D8F2898-984B-B3A5-5F5D-1965CA57D5EA}"/>
                </a:ext>
              </a:extLst>
            </p:cNvPr>
            <p:cNvGrpSpPr/>
            <p:nvPr/>
          </p:nvGrpSpPr>
          <p:grpSpPr>
            <a:xfrm>
              <a:off x="1512197" y="1069304"/>
              <a:ext cx="3350100" cy="192184"/>
              <a:chOff x="2944697" y="1069304"/>
              <a:chExt cx="3350100" cy="192184"/>
            </a:xfrm>
          </p:grpSpPr>
          <p:sp>
            <p:nvSpPr>
              <p:cNvPr id="6" name="Google Shape;1726;p41">
                <a:extLst>
                  <a:ext uri="{FF2B5EF4-FFF2-40B4-BE49-F238E27FC236}">
                    <a16:creationId xmlns:a16="http://schemas.microsoft.com/office/drawing/2014/main" id="{441EAD87-2922-B589-A962-122DCCE3C5B7}"/>
                  </a:ext>
                </a:extLst>
              </p:cNvPr>
              <p:cNvSpPr/>
              <p:nvPr/>
            </p:nvSpPr>
            <p:spPr>
              <a:xfrm rot="-2700000" flipH="1">
                <a:off x="5498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7" name="Google Shape;1727;p41">
                <a:extLst>
                  <a:ext uri="{FF2B5EF4-FFF2-40B4-BE49-F238E27FC236}">
                    <a16:creationId xmlns:a16="http://schemas.microsoft.com/office/drawing/2014/main" id="{8E6DEFF0-E501-7599-1989-D4BBCE3D7741}"/>
                  </a:ext>
                </a:extLst>
              </p:cNvPr>
              <p:cNvCxnSpPr>
                <a:stCxn id="5" idx="6"/>
                <a:endCxn id="8" idx="2"/>
              </p:cNvCxnSpPr>
              <p:nvPr/>
            </p:nvCxnSpPr>
            <p:spPr>
              <a:xfrm rot="10800000">
                <a:off x="3001697" y="1164492"/>
                <a:ext cx="32931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8" name="Google Shape;1729;p41">
                <a:extLst>
                  <a:ext uri="{FF2B5EF4-FFF2-40B4-BE49-F238E27FC236}">
                    <a16:creationId xmlns:a16="http://schemas.microsoft.com/office/drawing/2014/main" id="{9651A9E8-92B0-F7D4-756A-24C3AE21C24A}"/>
                  </a:ext>
                </a:extLst>
              </p:cNvPr>
              <p:cNvSpPr/>
              <p:nvPr/>
            </p:nvSpPr>
            <p:spPr>
              <a:xfrm flipH="1">
                <a:off x="29446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" name="Google Shape;1728;p41">
              <a:extLst>
                <a:ext uri="{FF2B5EF4-FFF2-40B4-BE49-F238E27FC236}">
                  <a16:creationId xmlns:a16="http://schemas.microsoft.com/office/drawing/2014/main" id="{F11CDDBA-B207-089B-DA2D-02087A397F42}"/>
                </a:ext>
              </a:extLst>
            </p:cNvPr>
            <p:cNvSpPr/>
            <p:nvPr/>
          </p:nvSpPr>
          <p:spPr>
            <a:xfrm flipH="1">
              <a:off x="4862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8" name="Google Shape;1788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57550"/>
            <a:ext cx="8839198" cy="18284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681;p41">
            <a:extLst>
              <a:ext uri="{FF2B5EF4-FFF2-40B4-BE49-F238E27FC236}">
                <a16:creationId xmlns:a16="http://schemas.microsoft.com/office/drawing/2014/main" id="{D0CA04EE-E8A0-4C70-1A16-040A656C66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2150" y="115659"/>
            <a:ext cx="8547652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800" dirty="0"/>
              <a:t>Демо – Свързване на нов клиент</a:t>
            </a:r>
            <a:endParaRPr sz="1800" dirty="0"/>
          </a:p>
        </p:txBody>
      </p:sp>
      <p:grpSp>
        <p:nvGrpSpPr>
          <p:cNvPr id="3" name="Google Shape;1724;p41">
            <a:extLst>
              <a:ext uri="{FF2B5EF4-FFF2-40B4-BE49-F238E27FC236}">
                <a16:creationId xmlns:a16="http://schemas.microsoft.com/office/drawing/2014/main" id="{58EFCF19-770F-0776-D385-434DAF5A67EE}"/>
              </a:ext>
            </a:extLst>
          </p:cNvPr>
          <p:cNvGrpSpPr/>
          <p:nvPr/>
        </p:nvGrpSpPr>
        <p:grpSpPr>
          <a:xfrm>
            <a:off x="2868449" y="402009"/>
            <a:ext cx="3407100" cy="192184"/>
            <a:chOff x="1512197" y="1069304"/>
            <a:chExt cx="3407100" cy="192184"/>
          </a:xfrm>
        </p:grpSpPr>
        <p:grpSp>
          <p:nvGrpSpPr>
            <p:cNvPr id="4" name="Google Shape;1725;p41">
              <a:extLst>
                <a:ext uri="{FF2B5EF4-FFF2-40B4-BE49-F238E27FC236}">
                  <a16:creationId xmlns:a16="http://schemas.microsoft.com/office/drawing/2014/main" id="{35DE36C7-8386-9804-3CD9-8F489EDD9384}"/>
                </a:ext>
              </a:extLst>
            </p:cNvPr>
            <p:cNvGrpSpPr/>
            <p:nvPr/>
          </p:nvGrpSpPr>
          <p:grpSpPr>
            <a:xfrm>
              <a:off x="1512197" y="1069304"/>
              <a:ext cx="3350100" cy="192184"/>
              <a:chOff x="2944697" y="1069304"/>
              <a:chExt cx="3350100" cy="192184"/>
            </a:xfrm>
          </p:grpSpPr>
          <p:sp>
            <p:nvSpPr>
              <p:cNvPr id="6" name="Google Shape;1726;p41">
                <a:extLst>
                  <a:ext uri="{FF2B5EF4-FFF2-40B4-BE49-F238E27FC236}">
                    <a16:creationId xmlns:a16="http://schemas.microsoft.com/office/drawing/2014/main" id="{E17B743C-DFFA-05C9-9DF1-7B984EFF5385}"/>
                  </a:ext>
                </a:extLst>
              </p:cNvPr>
              <p:cNvSpPr/>
              <p:nvPr/>
            </p:nvSpPr>
            <p:spPr>
              <a:xfrm rot="-2700000" flipH="1">
                <a:off x="5498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7" name="Google Shape;1727;p41">
                <a:extLst>
                  <a:ext uri="{FF2B5EF4-FFF2-40B4-BE49-F238E27FC236}">
                    <a16:creationId xmlns:a16="http://schemas.microsoft.com/office/drawing/2014/main" id="{2706D984-8685-9760-8598-54839A44BF0F}"/>
                  </a:ext>
                </a:extLst>
              </p:cNvPr>
              <p:cNvCxnSpPr>
                <a:stCxn id="5" idx="6"/>
                <a:endCxn id="8" idx="2"/>
              </p:cNvCxnSpPr>
              <p:nvPr/>
            </p:nvCxnSpPr>
            <p:spPr>
              <a:xfrm rot="10800000">
                <a:off x="3001697" y="1164492"/>
                <a:ext cx="32931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8" name="Google Shape;1729;p41">
                <a:extLst>
                  <a:ext uri="{FF2B5EF4-FFF2-40B4-BE49-F238E27FC236}">
                    <a16:creationId xmlns:a16="http://schemas.microsoft.com/office/drawing/2014/main" id="{79720711-10AF-1C5F-30DE-FF91C4A99658}"/>
                  </a:ext>
                </a:extLst>
              </p:cNvPr>
              <p:cNvSpPr/>
              <p:nvPr/>
            </p:nvSpPr>
            <p:spPr>
              <a:xfrm flipH="1">
                <a:off x="29446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" name="Google Shape;1728;p41">
              <a:extLst>
                <a:ext uri="{FF2B5EF4-FFF2-40B4-BE49-F238E27FC236}">
                  <a16:creationId xmlns:a16="http://schemas.microsoft.com/office/drawing/2014/main" id="{CCFA4235-E4A3-B1C4-FD09-B347DF736C9D}"/>
                </a:ext>
              </a:extLst>
            </p:cNvPr>
            <p:cNvSpPr/>
            <p:nvPr/>
          </p:nvSpPr>
          <p:spPr>
            <a:xfrm flipH="1">
              <a:off x="4862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3" name="Google Shape;179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3388" y="783547"/>
            <a:ext cx="3577224" cy="403288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681;p41">
            <a:extLst>
              <a:ext uri="{FF2B5EF4-FFF2-40B4-BE49-F238E27FC236}">
                <a16:creationId xmlns:a16="http://schemas.microsoft.com/office/drawing/2014/main" id="{FF322352-0CD3-46B9-182C-7A363DB68D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2150" y="115659"/>
            <a:ext cx="8547652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800" dirty="0"/>
              <a:t>Демо – Извеждане на </a:t>
            </a:r>
            <a:r>
              <a:rPr lang="en-US" sz="1800" dirty="0"/>
              <a:t>”leases” </a:t>
            </a:r>
            <a:r>
              <a:rPr lang="bg-BG" sz="1800" dirty="0"/>
              <a:t>след свързването на новия клиент</a:t>
            </a:r>
            <a:endParaRPr sz="1800" dirty="0"/>
          </a:p>
        </p:txBody>
      </p:sp>
      <p:grpSp>
        <p:nvGrpSpPr>
          <p:cNvPr id="3" name="Google Shape;1724;p41">
            <a:extLst>
              <a:ext uri="{FF2B5EF4-FFF2-40B4-BE49-F238E27FC236}">
                <a16:creationId xmlns:a16="http://schemas.microsoft.com/office/drawing/2014/main" id="{8458CACC-6062-58E2-E4B8-0A7F7A4B7D55}"/>
              </a:ext>
            </a:extLst>
          </p:cNvPr>
          <p:cNvGrpSpPr/>
          <p:nvPr/>
        </p:nvGrpSpPr>
        <p:grpSpPr>
          <a:xfrm>
            <a:off x="2868450" y="402009"/>
            <a:ext cx="3407100" cy="192184"/>
            <a:chOff x="1512197" y="1069304"/>
            <a:chExt cx="3407100" cy="192184"/>
          </a:xfrm>
        </p:grpSpPr>
        <p:grpSp>
          <p:nvGrpSpPr>
            <p:cNvPr id="4" name="Google Shape;1725;p41">
              <a:extLst>
                <a:ext uri="{FF2B5EF4-FFF2-40B4-BE49-F238E27FC236}">
                  <a16:creationId xmlns:a16="http://schemas.microsoft.com/office/drawing/2014/main" id="{B0755160-74B4-D5B9-E70C-679AEBA3150C}"/>
                </a:ext>
              </a:extLst>
            </p:cNvPr>
            <p:cNvGrpSpPr/>
            <p:nvPr/>
          </p:nvGrpSpPr>
          <p:grpSpPr>
            <a:xfrm>
              <a:off x="1512197" y="1069304"/>
              <a:ext cx="3350100" cy="192184"/>
              <a:chOff x="2944697" y="1069304"/>
              <a:chExt cx="3350100" cy="192184"/>
            </a:xfrm>
          </p:grpSpPr>
          <p:sp>
            <p:nvSpPr>
              <p:cNvPr id="6" name="Google Shape;1726;p41">
                <a:extLst>
                  <a:ext uri="{FF2B5EF4-FFF2-40B4-BE49-F238E27FC236}">
                    <a16:creationId xmlns:a16="http://schemas.microsoft.com/office/drawing/2014/main" id="{E3BEEA6B-A8B4-6444-EB56-F7165426E6C5}"/>
                  </a:ext>
                </a:extLst>
              </p:cNvPr>
              <p:cNvSpPr/>
              <p:nvPr/>
            </p:nvSpPr>
            <p:spPr>
              <a:xfrm rot="-2700000" flipH="1">
                <a:off x="5498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7" name="Google Shape;1727;p41">
                <a:extLst>
                  <a:ext uri="{FF2B5EF4-FFF2-40B4-BE49-F238E27FC236}">
                    <a16:creationId xmlns:a16="http://schemas.microsoft.com/office/drawing/2014/main" id="{38587BDF-5C96-0720-E639-4408E13D415B}"/>
                  </a:ext>
                </a:extLst>
              </p:cNvPr>
              <p:cNvCxnSpPr>
                <a:stCxn id="5" idx="6"/>
                <a:endCxn id="8" idx="2"/>
              </p:cNvCxnSpPr>
              <p:nvPr/>
            </p:nvCxnSpPr>
            <p:spPr>
              <a:xfrm rot="10800000">
                <a:off x="3001697" y="1164492"/>
                <a:ext cx="32931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8" name="Google Shape;1729;p41">
                <a:extLst>
                  <a:ext uri="{FF2B5EF4-FFF2-40B4-BE49-F238E27FC236}">
                    <a16:creationId xmlns:a16="http://schemas.microsoft.com/office/drawing/2014/main" id="{8A909FF5-D541-6308-779A-B22C6BD3C8D1}"/>
                  </a:ext>
                </a:extLst>
              </p:cNvPr>
              <p:cNvSpPr/>
              <p:nvPr/>
            </p:nvSpPr>
            <p:spPr>
              <a:xfrm flipH="1">
                <a:off x="29446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" name="Google Shape;1728;p41">
              <a:extLst>
                <a:ext uri="{FF2B5EF4-FFF2-40B4-BE49-F238E27FC236}">
                  <a16:creationId xmlns:a16="http://schemas.microsoft.com/office/drawing/2014/main" id="{D6A59307-6B93-76DE-2CA1-AB87B6C70C6A}"/>
                </a:ext>
              </a:extLst>
            </p:cNvPr>
            <p:cNvSpPr/>
            <p:nvPr/>
          </p:nvSpPr>
          <p:spPr>
            <a:xfrm flipH="1">
              <a:off x="4862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8" name="Google Shape;1798;p47"/>
          <p:cNvSpPr txBox="1">
            <a:spLocks noGrp="1"/>
          </p:cNvSpPr>
          <p:nvPr>
            <p:ph type="ctrTitle"/>
          </p:nvPr>
        </p:nvSpPr>
        <p:spPr>
          <a:xfrm>
            <a:off x="782850" y="1264225"/>
            <a:ext cx="5488200" cy="7125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Благодаря!</a:t>
            </a:r>
            <a:endParaRPr/>
          </a:p>
        </p:txBody>
      </p:sp>
      <p:sp>
        <p:nvSpPr>
          <p:cNvPr id="1799" name="Google Shape;1799;p47"/>
          <p:cNvSpPr txBox="1">
            <a:spLocks noGrp="1"/>
          </p:cNvSpPr>
          <p:nvPr>
            <p:ph type="subTitle" idx="1"/>
          </p:nvPr>
        </p:nvSpPr>
        <p:spPr>
          <a:xfrm>
            <a:off x="782850" y="2542674"/>
            <a:ext cx="3687900" cy="1125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/>
              <a:t>Огнян Барух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471221021, 77 гр.</a:t>
            </a:r>
            <a:endParaRPr/>
          </a:p>
        </p:txBody>
      </p:sp>
      <p:cxnSp>
        <p:nvCxnSpPr>
          <p:cNvPr id="1800" name="Google Shape;1800;p47"/>
          <p:cNvCxnSpPr/>
          <p:nvPr/>
        </p:nvCxnSpPr>
        <p:spPr>
          <a:xfrm rot="10800000">
            <a:off x="945275" y="2197817"/>
            <a:ext cx="87645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IT Department Meeting by Slidesgo">
  <a:themeElements>
    <a:clrScheme name="Simple Light">
      <a:dk1>
        <a:srgbClr val="F6F6FF"/>
      </a:dk1>
      <a:lt1>
        <a:srgbClr val="4E5EA3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E5EA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231</Words>
  <Application>Microsoft Macintosh PowerPoint</Application>
  <PresentationFormat>On-screen Show (16:9)</PresentationFormat>
  <Paragraphs>52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Jost</vt:lpstr>
      <vt:lpstr>Tajawal</vt:lpstr>
      <vt:lpstr>Montserrat Medium</vt:lpstr>
      <vt:lpstr>Montserrat</vt:lpstr>
      <vt:lpstr>IT Department Meeting by Slidesgo</vt:lpstr>
      <vt:lpstr>DHCP Server</vt:lpstr>
      <vt:lpstr>Съдържание</vt:lpstr>
      <vt:lpstr>01</vt:lpstr>
      <vt:lpstr>DHCP</vt:lpstr>
      <vt:lpstr>02</vt:lpstr>
      <vt:lpstr>Архитектура</vt:lpstr>
      <vt:lpstr>Използвани технологии</vt:lpstr>
      <vt:lpstr>Архитектура - Docker Compose</vt:lpstr>
      <vt:lpstr>Архитектура - Docker Compose</vt:lpstr>
      <vt:lpstr>03</vt:lpstr>
      <vt:lpstr>Сървър</vt:lpstr>
      <vt:lpstr>Сървър - Конфигурация</vt:lpstr>
      <vt:lpstr>Сървър - Dockerfile </vt:lpstr>
      <vt:lpstr>Сървър - Dockerfile </vt:lpstr>
      <vt:lpstr>Клиент</vt:lpstr>
      <vt:lpstr>Клиент - Dockerfile</vt:lpstr>
      <vt:lpstr>Клиент - Dockerfile</vt:lpstr>
      <vt:lpstr>04</vt:lpstr>
      <vt:lpstr>Демо – Извеждане на “leases”</vt:lpstr>
      <vt:lpstr>Демо – Извеждане на клиентско IP, ”ping” към “gateway”-a, “ping” към клиента с резервирано IP и „ping” към  несъществуващо IP</vt:lpstr>
      <vt:lpstr>Демо – Свързване на нов клиент</vt:lpstr>
      <vt:lpstr>Демо – Извеждане на ”leases” след свързването на новия клиент</vt:lpstr>
      <vt:lpstr>Благодаря!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Baruh Ognian (BD/SWD-BEA1)</cp:lastModifiedBy>
  <cp:revision>1</cp:revision>
  <dcterms:modified xsi:type="dcterms:W3CDTF">2025-11-24T09:45:35Z</dcterms:modified>
</cp:coreProperties>
</file>