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143500" cx="9144000"/>
  <p:notesSz cx="6858000" cy="9144000"/>
  <p:embeddedFontLst>
    <p:embeddedFont>
      <p:font typeface="Montserrat"/>
      <p:regular r:id="rId29"/>
      <p:bold r:id="rId30"/>
      <p:italic r:id="rId31"/>
      <p:boldItalic r:id="rId32"/>
    </p:embeddedFont>
    <p:embeddedFont>
      <p:font typeface="Montserrat Black"/>
      <p:bold r:id="rId33"/>
      <p:boldItalic r:id="rId34"/>
    </p:embeddedFont>
    <p:embeddedFont>
      <p:font typeface="Jost"/>
      <p:regular r:id="rId35"/>
      <p:bold r:id="rId36"/>
      <p:italic r:id="rId37"/>
      <p:boldItalic r:id="rId38"/>
    </p:embeddedFont>
    <p:embeddedFont>
      <p:font typeface="Montserrat Medium"/>
      <p:regular r:id="rId39"/>
      <p:bold r:id="rId40"/>
      <p:italic r:id="rId41"/>
      <p:boldItalic r:id="rId42"/>
    </p:embeddedFont>
    <p:embeddedFont>
      <p:font typeface="Tajawal"/>
      <p:regular r:id="rId43"/>
      <p:bold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Medium-bold.fntdata"/><Relationship Id="rId20" Type="http://schemas.openxmlformats.org/officeDocument/2006/relationships/slide" Target="slides/slide15.xml"/><Relationship Id="rId42" Type="http://schemas.openxmlformats.org/officeDocument/2006/relationships/font" Target="fonts/MontserratMedium-boldItalic.fntdata"/><Relationship Id="rId41" Type="http://schemas.openxmlformats.org/officeDocument/2006/relationships/font" Target="fonts/MontserratMedium-italic.fntdata"/><Relationship Id="rId22" Type="http://schemas.openxmlformats.org/officeDocument/2006/relationships/slide" Target="slides/slide17.xml"/><Relationship Id="rId44" Type="http://schemas.openxmlformats.org/officeDocument/2006/relationships/font" Target="fonts/Tajawal-bold.fntdata"/><Relationship Id="rId21" Type="http://schemas.openxmlformats.org/officeDocument/2006/relationships/slide" Target="slides/slide16.xml"/><Relationship Id="rId43" Type="http://schemas.openxmlformats.org/officeDocument/2006/relationships/font" Target="fonts/Tajawal-regular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italic.fntdata"/><Relationship Id="rId30" Type="http://schemas.openxmlformats.org/officeDocument/2006/relationships/font" Target="fonts/Montserrat-bold.fntdata"/><Relationship Id="rId11" Type="http://schemas.openxmlformats.org/officeDocument/2006/relationships/slide" Target="slides/slide6.xml"/><Relationship Id="rId33" Type="http://schemas.openxmlformats.org/officeDocument/2006/relationships/font" Target="fonts/MontserratBlack-bold.fntdata"/><Relationship Id="rId10" Type="http://schemas.openxmlformats.org/officeDocument/2006/relationships/slide" Target="slides/slide5.xml"/><Relationship Id="rId32" Type="http://schemas.openxmlformats.org/officeDocument/2006/relationships/font" Target="fonts/Montserrat-boldItalic.fntdata"/><Relationship Id="rId13" Type="http://schemas.openxmlformats.org/officeDocument/2006/relationships/slide" Target="slides/slide8.xml"/><Relationship Id="rId35" Type="http://schemas.openxmlformats.org/officeDocument/2006/relationships/font" Target="fonts/Jost-regular.fntdata"/><Relationship Id="rId12" Type="http://schemas.openxmlformats.org/officeDocument/2006/relationships/slide" Target="slides/slide7.xml"/><Relationship Id="rId34" Type="http://schemas.openxmlformats.org/officeDocument/2006/relationships/font" Target="fonts/MontserratBlack-boldItalic.fntdata"/><Relationship Id="rId15" Type="http://schemas.openxmlformats.org/officeDocument/2006/relationships/slide" Target="slides/slide10.xml"/><Relationship Id="rId37" Type="http://schemas.openxmlformats.org/officeDocument/2006/relationships/font" Target="fonts/Jost-italic.fntdata"/><Relationship Id="rId14" Type="http://schemas.openxmlformats.org/officeDocument/2006/relationships/slide" Target="slides/slide9.xml"/><Relationship Id="rId36" Type="http://schemas.openxmlformats.org/officeDocument/2006/relationships/font" Target="fonts/Jost-bold.fntdata"/><Relationship Id="rId17" Type="http://schemas.openxmlformats.org/officeDocument/2006/relationships/slide" Target="slides/slide12.xml"/><Relationship Id="rId39" Type="http://schemas.openxmlformats.org/officeDocument/2006/relationships/font" Target="fonts/MontserratMedium-regular.fntdata"/><Relationship Id="rId16" Type="http://schemas.openxmlformats.org/officeDocument/2006/relationships/slide" Target="slides/slide11.xml"/><Relationship Id="rId38" Type="http://schemas.openxmlformats.org/officeDocument/2006/relationships/font" Target="fonts/Jost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g11f682941b8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5" name="Google Shape;915;g11f682941b8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11f3b086d1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11f3b086d1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g11efcb08b7f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4" name="Google Shape;1014;g11efcb08b7f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11efcb08b7f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11efcb08b7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a903e0b3cf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3a903e0b3cf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g3a903e0b3cf_0_5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8" name="Google Shape;1138;g3a903e0b3cf_0_5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0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3a903e0b3cf_0_6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3a903e0b3cf_0_6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3a903e0b3cf_0_5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3a903e0b3cf_0_5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a903e0b3cf_0_6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3a903e0b3cf_0_6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0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g3a903e0b3c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2" name="Google Shape;1312;g3a903e0b3c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3a903e0b3cf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3a903e0b3cf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g3a903e0b3cf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g3a903e0b3cf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1" name="Shape 1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Google Shape;1462;g3a903e0b3cf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3" name="Google Shape;1463;g3a903e0b3cf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5" name="Shape 1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Google Shape;1516;g3a903e0b3cf_0_3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7" name="Google Shape;1517;g3a903e0b3cf_0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9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g3a903e0b3cf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1" name="Google Shape;1571;g3a903e0b3cf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3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Google Shape;1624;g3a903e0b3cf_0_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5" name="Google Shape;1625;g3a903e0b3cf_0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7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g3a903e0b3cf_0_4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9" name="Google Shape;1679;g3a903e0b3cf_0_4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1" name="Shape 1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2" name="Google Shape;1732;g3a903e0b3c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3" name="Google Shape;1733;g3a903e0b3c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a903e0b3cf_0_6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6" name="Google Shape;1776;g3a903e0b3cf_0_6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9" name="Shape 1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0" name="Google Shape;1780;g3a903e0b3cf_0_6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1" name="Google Shape;1781;g3a903e0b3cf_0_6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a903e0b3cf_0_7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a903e0b3cf_0_7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9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g3a903e0b3cf_0_7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1" name="Google Shape;1791;g3a903e0b3cf_0_7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4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Google Shape;1795;g11f3b086d1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6" name="Google Shape;1796;g11f3b086d1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Relationship Id="rId5" Type="http://schemas.openxmlformats.org/officeDocument/2006/relationships/hyperlink" Target="http://bit.ly/2Tynxth" TargetMode="External"/><Relationship Id="rId6" Type="http://schemas.openxmlformats.org/officeDocument/2006/relationships/hyperlink" Target="http://bit.ly/2TyoMsr" TargetMode="External"/><Relationship Id="rId7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 flipH="1">
            <a:off x="743325" y="1454185"/>
            <a:ext cx="6952800" cy="1339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 flipH="1">
            <a:off x="743375" y="3242315"/>
            <a:ext cx="6952800" cy="447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 flipH="1">
            <a:off x="3452019" y="-348332"/>
            <a:ext cx="1019565" cy="1290805"/>
            <a:chOff x="-4017975" y="-49702"/>
            <a:chExt cx="1162825" cy="1472177"/>
          </a:xfrm>
        </p:grpSpPr>
        <p:sp>
          <p:nvSpPr>
            <p:cNvPr id="12" name="Google Shape;12;p2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 flipH="1">
            <a:off x="8425338" y="2120543"/>
            <a:ext cx="1938846" cy="1720830"/>
            <a:chOff x="-1873362" y="2120543"/>
            <a:chExt cx="1938846" cy="1720830"/>
          </a:xfrm>
        </p:grpSpPr>
        <p:sp>
          <p:nvSpPr>
            <p:cNvPr id="20" name="Google Shape;20;p2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 flipH="1">
            <a:off x="-1155987" y="-912707"/>
            <a:ext cx="1938846" cy="1720830"/>
            <a:chOff x="-1873362" y="2120543"/>
            <a:chExt cx="1938846" cy="1720830"/>
          </a:xfrm>
        </p:grpSpPr>
        <p:sp>
          <p:nvSpPr>
            <p:cNvPr id="40" name="Google Shape;40;p2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" name="Google Shape;59;p2"/>
          <p:cNvGrpSpPr/>
          <p:nvPr/>
        </p:nvGrpSpPr>
        <p:grpSpPr>
          <a:xfrm flipH="1">
            <a:off x="6857372" y="-188512"/>
            <a:ext cx="1516025" cy="1489525"/>
            <a:chOff x="-3888525" y="-3012325"/>
            <a:chExt cx="1516025" cy="1489525"/>
          </a:xfrm>
        </p:grpSpPr>
        <p:sp>
          <p:nvSpPr>
            <p:cNvPr id="60" name="Google Shape;60;p2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/>
          <p:nvPr>
            <p:ph hasCustomPrompt="1" type="title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  <a:noFill/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 sz="9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b="1" sz="4000"/>
            </a:lvl9pPr>
          </a:lstStyle>
          <a:p>
            <a:r>
              <a:t>xx%</a:t>
            </a:r>
          </a:p>
        </p:txBody>
      </p:sp>
      <p:sp>
        <p:nvSpPr>
          <p:cNvPr id="73" name="Google Shape;73;p3"/>
          <p:cNvSpPr txBox="1"/>
          <p:nvPr>
            <p:ph idx="2" type="title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latin typeface="Jost"/>
                <a:ea typeface="Jost"/>
                <a:cs typeface="Jost"/>
                <a:sym typeface="Jos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74" name="Google Shape;74;p3"/>
          <p:cNvSpPr txBox="1"/>
          <p:nvPr>
            <p:ph idx="1" type="subTitle"/>
          </p:nvPr>
        </p:nvSpPr>
        <p:spPr>
          <a:xfrm>
            <a:off x="2598875" y="3643263"/>
            <a:ext cx="3946500" cy="7128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grpSp>
        <p:nvGrpSpPr>
          <p:cNvPr id="75" name="Google Shape;75;p3"/>
          <p:cNvGrpSpPr/>
          <p:nvPr/>
        </p:nvGrpSpPr>
        <p:grpSpPr>
          <a:xfrm flipH="1">
            <a:off x="7451744" y="244568"/>
            <a:ext cx="1019565" cy="1290805"/>
            <a:chOff x="-4017975" y="-49702"/>
            <a:chExt cx="1162825" cy="1472177"/>
          </a:xfrm>
        </p:grpSpPr>
        <p:sp>
          <p:nvSpPr>
            <p:cNvPr id="76" name="Google Shape;76;p3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3" name="Google Shape;83;p3"/>
          <p:cNvGrpSpPr/>
          <p:nvPr/>
        </p:nvGrpSpPr>
        <p:grpSpPr>
          <a:xfrm flipH="1">
            <a:off x="2648022" y="-702112"/>
            <a:ext cx="1516025" cy="1489525"/>
            <a:chOff x="-3888525" y="-3012325"/>
            <a:chExt cx="1516025" cy="1489525"/>
          </a:xfrm>
        </p:grpSpPr>
        <p:sp>
          <p:nvSpPr>
            <p:cNvPr id="84" name="Google Shape;84;p3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" name="Google Shape;95;p3"/>
          <p:cNvGrpSpPr/>
          <p:nvPr/>
        </p:nvGrpSpPr>
        <p:grpSpPr>
          <a:xfrm flipH="1">
            <a:off x="579363" y="3923368"/>
            <a:ext cx="1938846" cy="1720830"/>
            <a:chOff x="-1873362" y="2120543"/>
            <a:chExt cx="1938846" cy="1720830"/>
          </a:xfrm>
        </p:grpSpPr>
        <p:sp>
          <p:nvSpPr>
            <p:cNvPr id="96" name="Google Shape;96;p3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3"/>
          <p:cNvGrpSpPr/>
          <p:nvPr/>
        </p:nvGrpSpPr>
        <p:grpSpPr>
          <a:xfrm flipH="1">
            <a:off x="-1155987" y="-338232"/>
            <a:ext cx="1938846" cy="1720830"/>
            <a:chOff x="-1873362" y="2120543"/>
            <a:chExt cx="1938846" cy="1720830"/>
          </a:xfrm>
        </p:grpSpPr>
        <p:sp>
          <p:nvSpPr>
            <p:cNvPr id="116" name="Google Shape;116;p3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 txBox="1"/>
          <p:nvPr>
            <p:ph idx="1" type="body"/>
          </p:nvPr>
        </p:nvSpPr>
        <p:spPr>
          <a:xfrm>
            <a:off x="782850" y="1995825"/>
            <a:ext cx="3904500" cy="2591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137" name="Google Shape;137;p4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8" name="Google Shape;138;p4"/>
          <p:cNvSpPr txBox="1"/>
          <p:nvPr>
            <p:ph idx="2" type="subTitle"/>
          </p:nvPr>
        </p:nvSpPr>
        <p:spPr>
          <a:xfrm>
            <a:off x="1682625" y="1355275"/>
            <a:ext cx="5779200" cy="535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 txBox="1"/>
          <p:nvPr>
            <p:ph type="title"/>
          </p:nvPr>
        </p:nvSpPr>
        <p:spPr>
          <a:xfrm>
            <a:off x="917813" y="740425"/>
            <a:ext cx="3351600" cy="85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1" name="Google Shape;141;p5"/>
          <p:cNvSpPr txBox="1"/>
          <p:nvPr>
            <p:ph idx="1" type="subTitle"/>
          </p:nvPr>
        </p:nvSpPr>
        <p:spPr>
          <a:xfrm>
            <a:off x="4437188" y="3399874"/>
            <a:ext cx="3789000" cy="1003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2" name="Google Shape;142;p5"/>
          <p:cNvSpPr txBox="1"/>
          <p:nvPr>
            <p:ph idx="2" type="subTitle"/>
          </p:nvPr>
        </p:nvSpPr>
        <p:spPr>
          <a:xfrm>
            <a:off x="4874588" y="2388438"/>
            <a:ext cx="3351600" cy="85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8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3" name="Google Shape;143;p5"/>
          <p:cNvSpPr txBox="1"/>
          <p:nvPr>
            <p:ph idx="3" type="subTitle"/>
          </p:nvPr>
        </p:nvSpPr>
        <p:spPr>
          <a:xfrm>
            <a:off x="917813" y="1751950"/>
            <a:ext cx="3789000" cy="1003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44" name="Google Shape;144;p5"/>
          <p:cNvGrpSpPr/>
          <p:nvPr/>
        </p:nvGrpSpPr>
        <p:grpSpPr>
          <a:xfrm rot="10800000">
            <a:off x="-287269" y="3176993"/>
            <a:ext cx="1803578" cy="1592367"/>
            <a:chOff x="-4912150" y="-393637"/>
            <a:chExt cx="2057000" cy="1816112"/>
          </a:xfrm>
        </p:grpSpPr>
        <p:sp>
          <p:nvSpPr>
            <p:cNvPr id="145" name="Google Shape;145;p5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5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5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5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5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5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5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5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5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5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5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5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5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5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5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5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5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5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4" name="Google Shape;164;p5"/>
          <p:cNvGrpSpPr/>
          <p:nvPr/>
        </p:nvGrpSpPr>
        <p:grpSpPr>
          <a:xfrm>
            <a:off x="6039350" y="414138"/>
            <a:ext cx="1040638" cy="901375"/>
            <a:chOff x="8457538" y="810363"/>
            <a:chExt cx="1040638" cy="901375"/>
          </a:xfrm>
        </p:grpSpPr>
        <p:grpSp>
          <p:nvGrpSpPr>
            <p:cNvPr id="165" name="Google Shape;165;p5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66" name="Google Shape;166;p5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5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8" name="Google Shape;168;p5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69" name="Google Shape;169;p5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5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5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72" name="Google Shape;172;p5"/>
          <p:cNvGrpSpPr/>
          <p:nvPr/>
        </p:nvGrpSpPr>
        <p:grpSpPr>
          <a:xfrm>
            <a:off x="2021856" y="3530393"/>
            <a:ext cx="1019565" cy="1290805"/>
            <a:chOff x="-4017975" y="-49702"/>
            <a:chExt cx="1162825" cy="1472177"/>
          </a:xfrm>
        </p:grpSpPr>
        <p:sp>
          <p:nvSpPr>
            <p:cNvPr id="173" name="Google Shape;173;p5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5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5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5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5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5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5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0" name="Google Shape;180;p5"/>
          <p:cNvGrpSpPr/>
          <p:nvPr/>
        </p:nvGrpSpPr>
        <p:grpSpPr>
          <a:xfrm>
            <a:off x="7572872" y="-168350"/>
            <a:ext cx="1929500" cy="2210100"/>
            <a:chOff x="295725" y="-3462825"/>
            <a:chExt cx="1929500" cy="2210100"/>
          </a:xfrm>
        </p:grpSpPr>
        <p:sp>
          <p:nvSpPr>
            <p:cNvPr id="181" name="Google Shape;181;p5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5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5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5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5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5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5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5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5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5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5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5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5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5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5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5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5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5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5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5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"/>
          <p:cNvSpPr txBox="1"/>
          <p:nvPr>
            <p:ph type="title"/>
          </p:nvPr>
        </p:nvSpPr>
        <p:spPr>
          <a:xfrm>
            <a:off x="782850" y="556250"/>
            <a:ext cx="7578300" cy="523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208" name="Google Shape;208;p6"/>
          <p:cNvGrpSpPr/>
          <p:nvPr/>
        </p:nvGrpSpPr>
        <p:grpSpPr>
          <a:xfrm>
            <a:off x="8361160" y="-152294"/>
            <a:ext cx="1040638" cy="1353907"/>
            <a:chOff x="8361160" y="-152294"/>
            <a:chExt cx="1040638" cy="1353907"/>
          </a:xfrm>
        </p:grpSpPr>
        <p:grpSp>
          <p:nvGrpSpPr>
            <p:cNvPr id="209" name="Google Shape;209;p6"/>
            <p:cNvGrpSpPr/>
            <p:nvPr/>
          </p:nvGrpSpPr>
          <p:grpSpPr>
            <a:xfrm flipH="1">
              <a:off x="8361160" y="300238"/>
              <a:ext cx="1040638" cy="901375"/>
              <a:chOff x="948060" y="3972813"/>
              <a:chExt cx="1040638" cy="901375"/>
            </a:xfrm>
          </p:grpSpPr>
          <p:grpSp>
            <p:nvGrpSpPr>
              <p:cNvPr id="210" name="Google Shape;210;p6"/>
              <p:cNvGrpSpPr/>
              <p:nvPr/>
            </p:nvGrpSpPr>
            <p:grpSpPr>
              <a:xfrm flipH="1">
                <a:off x="948060" y="3972813"/>
                <a:ext cx="716725" cy="901375"/>
                <a:chOff x="-3888525" y="-2483300"/>
                <a:chExt cx="716725" cy="901375"/>
              </a:xfrm>
            </p:grpSpPr>
            <p:sp>
              <p:nvSpPr>
                <p:cNvPr id="211" name="Google Shape;211;p6"/>
                <p:cNvSpPr/>
                <p:nvPr/>
              </p:nvSpPr>
              <p:spPr>
                <a:xfrm>
                  <a:off x="-3719475" y="-2483300"/>
                  <a:ext cx="547675" cy="547050"/>
                </a:xfrm>
                <a:custGeom>
                  <a:rect b="b" l="l" r="r" t="t"/>
                  <a:pathLst>
                    <a:path extrusionOk="0" h="21882" w="21907">
                      <a:moveTo>
                        <a:pt x="21756" y="1"/>
                      </a:moveTo>
                      <a:cubicBezTo>
                        <a:pt x="21723" y="1"/>
                        <a:pt x="21689" y="15"/>
                        <a:pt x="21661" y="43"/>
                      </a:cubicBezTo>
                      <a:lnTo>
                        <a:pt x="56" y="21647"/>
                      </a:lnTo>
                      <a:cubicBezTo>
                        <a:pt x="1" y="21703"/>
                        <a:pt x="1" y="21781"/>
                        <a:pt x="56" y="21837"/>
                      </a:cubicBezTo>
                      <a:cubicBezTo>
                        <a:pt x="79" y="21870"/>
                        <a:pt x="112" y="21882"/>
                        <a:pt x="157" y="21882"/>
                      </a:cubicBezTo>
                      <a:cubicBezTo>
                        <a:pt x="190" y="21882"/>
                        <a:pt x="224" y="21870"/>
                        <a:pt x="257" y="21837"/>
                      </a:cubicBezTo>
                      <a:lnTo>
                        <a:pt x="21851" y="243"/>
                      </a:lnTo>
                      <a:cubicBezTo>
                        <a:pt x="21907" y="188"/>
                        <a:pt x="21907" y="98"/>
                        <a:pt x="21851" y="43"/>
                      </a:cubicBezTo>
                      <a:cubicBezTo>
                        <a:pt x="21823" y="15"/>
                        <a:pt x="21790" y="1"/>
                        <a:pt x="21756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2" name="Google Shape;212;p6"/>
                <p:cNvSpPr/>
                <p:nvPr/>
              </p:nvSpPr>
              <p:spPr>
                <a:xfrm>
                  <a:off x="-3888525" y="-2128825"/>
                  <a:ext cx="549275" cy="546900"/>
                </a:xfrm>
                <a:custGeom>
                  <a:rect b="b" l="l" r="r" t="t"/>
                  <a:pathLst>
                    <a:path extrusionOk="0" h="21876" w="21971">
                      <a:moveTo>
                        <a:pt x="21780" y="1"/>
                      </a:moveTo>
                      <a:cubicBezTo>
                        <a:pt x="21751" y="1"/>
                        <a:pt x="21721" y="11"/>
                        <a:pt x="21694" y="36"/>
                      </a:cubicBezTo>
                      <a:lnTo>
                        <a:pt x="89" y="21630"/>
                      </a:lnTo>
                      <a:cubicBezTo>
                        <a:pt x="0" y="21719"/>
                        <a:pt x="67" y="21864"/>
                        <a:pt x="190" y="21875"/>
                      </a:cubicBezTo>
                      <a:cubicBezTo>
                        <a:pt x="223" y="21864"/>
                        <a:pt x="268" y="21853"/>
                        <a:pt x="290" y="21830"/>
                      </a:cubicBezTo>
                      <a:lnTo>
                        <a:pt x="21884" y="226"/>
                      </a:lnTo>
                      <a:cubicBezTo>
                        <a:pt x="21971" y="130"/>
                        <a:pt x="21882" y="1"/>
                        <a:pt x="21780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13" name="Google Shape;213;p6"/>
              <p:cNvGrpSpPr/>
              <p:nvPr/>
            </p:nvGrpSpPr>
            <p:grpSpPr>
              <a:xfrm flipH="1">
                <a:off x="1664772" y="4493938"/>
                <a:ext cx="323925" cy="323650"/>
                <a:chOff x="1608625" y="299800"/>
                <a:chExt cx="323925" cy="323650"/>
              </a:xfrm>
            </p:grpSpPr>
            <p:sp>
              <p:nvSpPr>
                <p:cNvPr id="214" name="Google Shape;214;p6"/>
                <p:cNvSpPr/>
                <p:nvPr/>
              </p:nvSpPr>
              <p:spPr>
                <a:xfrm>
                  <a:off x="1633450" y="324425"/>
                  <a:ext cx="275900" cy="274200"/>
                </a:xfrm>
                <a:custGeom>
                  <a:rect b="b" l="l" r="r" t="t"/>
                  <a:pathLst>
                    <a:path extrusionOk="0" h="10968" w="11036">
                      <a:moveTo>
                        <a:pt x="10830" y="0"/>
                      </a:moveTo>
                      <a:cubicBezTo>
                        <a:pt x="10795" y="0"/>
                        <a:pt x="10758" y="16"/>
                        <a:pt x="10725" y="54"/>
                      </a:cubicBezTo>
                      <a:lnTo>
                        <a:pt x="46" y="10733"/>
                      </a:lnTo>
                      <a:cubicBezTo>
                        <a:pt x="1" y="10789"/>
                        <a:pt x="1" y="10867"/>
                        <a:pt x="46" y="10923"/>
                      </a:cubicBezTo>
                      <a:cubicBezTo>
                        <a:pt x="79" y="10956"/>
                        <a:pt x="112" y="10968"/>
                        <a:pt x="146" y="10968"/>
                      </a:cubicBezTo>
                      <a:cubicBezTo>
                        <a:pt x="191" y="10968"/>
                        <a:pt x="224" y="10956"/>
                        <a:pt x="246" y="10923"/>
                      </a:cubicBezTo>
                      <a:lnTo>
                        <a:pt x="10926" y="254"/>
                      </a:lnTo>
                      <a:cubicBezTo>
                        <a:pt x="11036" y="153"/>
                        <a:pt x="10941" y="0"/>
                        <a:pt x="10830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" name="Google Shape;215;p6"/>
                <p:cNvSpPr/>
                <p:nvPr/>
              </p:nvSpPr>
              <p:spPr>
                <a:xfrm>
                  <a:off x="1875625" y="299800"/>
                  <a:ext cx="56925" cy="56950"/>
                </a:xfrm>
                <a:custGeom>
                  <a:rect b="b" l="l" r="r" t="t"/>
                  <a:pathLst>
                    <a:path extrusionOk="0" h="2278" w="2277">
                      <a:moveTo>
                        <a:pt x="1139" y="1"/>
                      </a:moveTo>
                      <a:cubicBezTo>
                        <a:pt x="514" y="1"/>
                        <a:pt x="0" y="514"/>
                        <a:pt x="0" y="1139"/>
                      </a:cubicBezTo>
                      <a:cubicBezTo>
                        <a:pt x="0" y="1764"/>
                        <a:pt x="514" y="2277"/>
                        <a:pt x="1139" y="2277"/>
                      </a:cubicBezTo>
                      <a:cubicBezTo>
                        <a:pt x="1764" y="2277"/>
                        <a:pt x="2277" y="1764"/>
                        <a:pt x="2277" y="1139"/>
                      </a:cubicBezTo>
                      <a:cubicBezTo>
                        <a:pt x="2277" y="514"/>
                        <a:pt x="1764" y="1"/>
                        <a:pt x="1139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" name="Google Shape;216;p6"/>
                <p:cNvSpPr/>
                <p:nvPr/>
              </p:nvSpPr>
              <p:spPr>
                <a:xfrm>
                  <a:off x="1608625" y="566800"/>
                  <a:ext cx="56950" cy="56650"/>
                </a:xfrm>
                <a:custGeom>
                  <a:rect b="b" l="l" r="r" t="t"/>
                  <a:pathLst>
                    <a:path extrusionOk="0" h="2266" w="2278">
                      <a:moveTo>
                        <a:pt x="1139" y="0"/>
                      </a:moveTo>
                      <a:cubicBezTo>
                        <a:pt x="514" y="0"/>
                        <a:pt x="1" y="503"/>
                        <a:pt x="1" y="1127"/>
                      </a:cubicBezTo>
                      <a:cubicBezTo>
                        <a:pt x="1" y="1764"/>
                        <a:pt x="514" y="2266"/>
                        <a:pt x="1139" y="2266"/>
                      </a:cubicBezTo>
                      <a:cubicBezTo>
                        <a:pt x="1775" y="2266"/>
                        <a:pt x="2277" y="1764"/>
                        <a:pt x="2277" y="1127"/>
                      </a:cubicBezTo>
                      <a:cubicBezTo>
                        <a:pt x="2277" y="503"/>
                        <a:pt x="1775" y="0"/>
                        <a:pt x="1139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17" name="Google Shape;217;p6"/>
            <p:cNvGrpSpPr/>
            <p:nvPr/>
          </p:nvGrpSpPr>
          <p:grpSpPr>
            <a:xfrm rot="10800000">
              <a:off x="8442919" y="-152294"/>
              <a:ext cx="777174" cy="1001897"/>
              <a:chOff x="-4604150" y="-305525"/>
              <a:chExt cx="886375" cy="1142675"/>
            </a:xfrm>
          </p:grpSpPr>
          <p:sp>
            <p:nvSpPr>
              <p:cNvPr id="218" name="Google Shape;218;p6"/>
              <p:cNvSpPr/>
              <p:nvPr/>
            </p:nvSpPr>
            <p:spPr>
              <a:xfrm>
                <a:off x="-4604150" y="-280425"/>
                <a:ext cx="858750" cy="1117575"/>
              </a:xfrm>
              <a:custGeom>
                <a:rect b="b" l="l" r="r" t="t"/>
                <a:pathLst>
                  <a:path extrusionOk="0" h="44703" w="34350">
                    <a:moveTo>
                      <a:pt x="34205" y="1"/>
                    </a:moveTo>
                    <a:cubicBezTo>
                      <a:pt x="34169" y="1"/>
                      <a:pt x="34132" y="15"/>
                      <a:pt x="34104" y="43"/>
                    </a:cubicBezTo>
                    <a:lnTo>
                      <a:pt x="23425" y="10722"/>
                    </a:lnTo>
                    <a:cubicBezTo>
                      <a:pt x="23402" y="10745"/>
                      <a:pt x="23391" y="10778"/>
                      <a:pt x="23391" y="10823"/>
                    </a:cubicBezTo>
                    <a:lnTo>
                      <a:pt x="23391" y="21168"/>
                    </a:lnTo>
                    <a:lnTo>
                      <a:pt x="90" y="44468"/>
                    </a:lnTo>
                    <a:cubicBezTo>
                      <a:pt x="1" y="44558"/>
                      <a:pt x="68" y="44703"/>
                      <a:pt x="191" y="44703"/>
                    </a:cubicBezTo>
                    <a:cubicBezTo>
                      <a:pt x="224" y="44703"/>
                      <a:pt x="258" y="44692"/>
                      <a:pt x="291" y="44669"/>
                    </a:cubicBezTo>
                    <a:lnTo>
                      <a:pt x="23626" y="21324"/>
                    </a:lnTo>
                    <a:cubicBezTo>
                      <a:pt x="23648" y="21301"/>
                      <a:pt x="23670" y="21257"/>
                      <a:pt x="23670" y="21223"/>
                    </a:cubicBezTo>
                    <a:lnTo>
                      <a:pt x="23670" y="10879"/>
                    </a:lnTo>
                    <a:lnTo>
                      <a:pt x="34305" y="244"/>
                    </a:lnTo>
                    <a:cubicBezTo>
                      <a:pt x="34350" y="188"/>
                      <a:pt x="34350" y="98"/>
                      <a:pt x="34305" y="43"/>
                    </a:cubicBezTo>
                    <a:cubicBezTo>
                      <a:pt x="34277" y="15"/>
                      <a:pt x="34241" y="1"/>
                      <a:pt x="3420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6"/>
              <p:cNvSpPr/>
              <p:nvPr/>
            </p:nvSpPr>
            <p:spPr>
              <a:xfrm>
                <a:off x="-3780300" y="-305525"/>
                <a:ext cx="62525" cy="57000"/>
              </a:xfrm>
              <a:custGeom>
                <a:rect b="b" l="l" r="r" t="t"/>
                <a:pathLst>
                  <a:path extrusionOk="0" h="2280" w="2501">
                    <a:moveTo>
                      <a:pt x="1248" y="0"/>
                    </a:moveTo>
                    <a:cubicBezTo>
                      <a:pt x="738" y="0"/>
                      <a:pt x="270" y="354"/>
                      <a:pt x="146" y="879"/>
                    </a:cubicBezTo>
                    <a:cubicBezTo>
                      <a:pt x="1" y="1493"/>
                      <a:pt x="380" y="2107"/>
                      <a:pt x="994" y="2252"/>
                    </a:cubicBezTo>
                    <a:cubicBezTo>
                      <a:pt x="1077" y="2270"/>
                      <a:pt x="1161" y="2279"/>
                      <a:pt x="1243" y="2279"/>
                    </a:cubicBezTo>
                    <a:cubicBezTo>
                      <a:pt x="1757" y="2279"/>
                      <a:pt x="2231" y="1933"/>
                      <a:pt x="2356" y="1404"/>
                    </a:cubicBezTo>
                    <a:cubicBezTo>
                      <a:pt x="2501" y="790"/>
                      <a:pt x="2121" y="176"/>
                      <a:pt x="1507" y="31"/>
                    </a:cubicBezTo>
                    <a:cubicBezTo>
                      <a:pt x="1421" y="10"/>
                      <a:pt x="1334" y="0"/>
                      <a:pt x="12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" name="Google Shape;220;p6"/>
              <p:cNvSpPr/>
              <p:nvPr/>
            </p:nvSpPr>
            <p:spPr>
              <a:xfrm>
                <a:off x="-4199050" y="281125"/>
                <a:ext cx="155150" cy="154850"/>
              </a:xfrm>
              <a:custGeom>
                <a:rect b="b" l="l" r="r" t="t"/>
                <a:pathLst>
                  <a:path extrusionOk="0" h="6194" w="6206">
                    <a:moveTo>
                      <a:pt x="6149" y="0"/>
                    </a:moveTo>
                    <a:lnTo>
                      <a:pt x="1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21" name="Google Shape;221;p6"/>
          <p:cNvGrpSpPr/>
          <p:nvPr/>
        </p:nvGrpSpPr>
        <p:grpSpPr>
          <a:xfrm>
            <a:off x="778838" y="379263"/>
            <a:ext cx="184175" cy="158025"/>
            <a:chOff x="-3626300" y="-1680825"/>
            <a:chExt cx="184175" cy="158025"/>
          </a:xfrm>
        </p:grpSpPr>
        <p:sp>
          <p:nvSpPr>
            <p:cNvPr id="222" name="Google Shape;222;p6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6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4" name="Google Shape;224;p6"/>
          <p:cNvGrpSpPr/>
          <p:nvPr/>
        </p:nvGrpSpPr>
        <p:grpSpPr>
          <a:xfrm>
            <a:off x="-252062" y="300238"/>
            <a:ext cx="716725" cy="901375"/>
            <a:chOff x="-3888525" y="-2483300"/>
            <a:chExt cx="716725" cy="901375"/>
          </a:xfrm>
        </p:grpSpPr>
        <p:sp>
          <p:nvSpPr>
            <p:cNvPr id="225" name="Google Shape;225;p6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6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"/>
          <p:cNvSpPr txBox="1"/>
          <p:nvPr>
            <p:ph idx="1" type="subTitle"/>
          </p:nvPr>
        </p:nvSpPr>
        <p:spPr>
          <a:xfrm>
            <a:off x="782850" y="1341548"/>
            <a:ext cx="7578300" cy="527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9" name="Google Shape;229;p7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230" name="Google Shape;230;p7"/>
          <p:cNvGrpSpPr/>
          <p:nvPr/>
        </p:nvGrpSpPr>
        <p:grpSpPr>
          <a:xfrm>
            <a:off x="7433700" y="4482713"/>
            <a:ext cx="1040638" cy="901375"/>
            <a:chOff x="8457538" y="810363"/>
            <a:chExt cx="1040638" cy="901375"/>
          </a:xfrm>
        </p:grpSpPr>
        <p:grpSp>
          <p:nvGrpSpPr>
            <p:cNvPr id="231" name="Google Shape;231;p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232" name="Google Shape;232;p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235" name="Google Shape;235;p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38" name="Google Shape;238;p7"/>
          <p:cNvGrpSpPr/>
          <p:nvPr/>
        </p:nvGrpSpPr>
        <p:grpSpPr>
          <a:xfrm>
            <a:off x="388869" y="-29307"/>
            <a:ext cx="1019565" cy="1290805"/>
            <a:chOff x="-4017975" y="-49702"/>
            <a:chExt cx="1162825" cy="1472177"/>
          </a:xfrm>
        </p:grpSpPr>
        <p:sp>
          <p:nvSpPr>
            <p:cNvPr id="239" name="Google Shape;239;p7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7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7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7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7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7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7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6" name="Google Shape;246;p7"/>
          <p:cNvGrpSpPr/>
          <p:nvPr/>
        </p:nvGrpSpPr>
        <p:grpSpPr>
          <a:xfrm>
            <a:off x="7934047" y="1528575"/>
            <a:ext cx="1929500" cy="2210100"/>
            <a:chOff x="295725" y="-3462825"/>
            <a:chExt cx="1929500" cy="2210100"/>
          </a:xfrm>
        </p:grpSpPr>
        <p:sp>
          <p:nvSpPr>
            <p:cNvPr id="247" name="Google Shape;247;p7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7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7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7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7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7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7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7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7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7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7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7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7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7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7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7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7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7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7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7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7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7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7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7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7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2" name="Google Shape;272;p7"/>
          <p:cNvGrpSpPr/>
          <p:nvPr/>
        </p:nvGrpSpPr>
        <p:grpSpPr>
          <a:xfrm rot="10800000">
            <a:off x="-510906" y="2675681"/>
            <a:ext cx="1803578" cy="1592367"/>
            <a:chOff x="-4912150" y="-393637"/>
            <a:chExt cx="2057000" cy="1816112"/>
          </a:xfrm>
        </p:grpSpPr>
        <p:sp>
          <p:nvSpPr>
            <p:cNvPr id="273" name="Google Shape;273;p7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7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7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7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7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7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7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7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7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7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7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7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7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7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7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7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7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7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7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8"/>
          <p:cNvSpPr txBox="1"/>
          <p:nvPr>
            <p:ph type="title"/>
          </p:nvPr>
        </p:nvSpPr>
        <p:spPr>
          <a:xfrm>
            <a:off x="1388100" y="556250"/>
            <a:ext cx="5904000" cy="40311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294" name="Google Shape;294;p8"/>
          <p:cNvGrpSpPr/>
          <p:nvPr/>
        </p:nvGrpSpPr>
        <p:grpSpPr>
          <a:xfrm flipH="1">
            <a:off x="7745597" y="3097813"/>
            <a:ext cx="1516025" cy="1489525"/>
            <a:chOff x="-3888525" y="-3012325"/>
            <a:chExt cx="1516025" cy="1489525"/>
          </a:xfrm>
        </p:grpSpPr>
        <p:sp>
          <p:nvSpPr>
            <p:cNvPr id="295" name="Google Shape;295;p8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8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8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8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8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8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8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8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8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8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8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6" name="Google Shape;306;p8"/>
          <p:cNvGrpSpPr/>
          <p:nvPr/>
        </p:nvGrpSpPr>
        <p:grpSpPr>
          <a:xfrm>
            <a:off x="7994347" y="735313"/>
            <a:ext cx="873188" cy="546900"/>
            <a:chOff x="1115510" y="4327288"/>
            <a:chExt cx="873188" cy="546900"/>
          </a:xfrm>
        </p:grpSpPr>
        <p:sp>
          <p:nvSpPr>
            <p:cNvPr id="307" name="Google Shape;307;p8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08" name="Google Shape;308;p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309" name="Google Shape;309;p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1" name="Google Shape;311;p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12" name="Google Shape;312;p8"/>
          <p:cNvGrpSpPr/>
          <p:nvPr/>
        </p:nvGrpSpPr>
        <p:grpSpPr>
          <a:xfrm flipH="1">
            <a:off x="6119781" y="4587350"/>
            <a:ext cx="713803" cy="706547"/>
            <a:chOff x="-4017975" y="616650"/>
            <a:chExt cx="814100" cy="805825"/>
          </a:xfrm>
        </p:grpSpPr>
        <p:sp>
          <p:nvSpPr>
            <p:cNvPr id="313" name="Google Shape;313;p8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8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8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8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7" name="Google Shape;317;p8"/>
          <p:cNvGrpSpPr/>
          <p:nvPr/>
        </p:nvGrpSpPr>
        <p:grpSpPr>
          <a:xfrm>
            <a:off x="665435" y="-108237"/>
            <a:ext cx="1040638" cy="901375"/>
            <a:chOff x="948060" y="3972813"/>
            <a:chExt cx="1040638" cy="901375"/>
          </a:xfrm>
        </p:grpSpPr>
        <p:grpSp>
          <p:nvGrpSpPr>
            <p:cNvPr id="318" name="Google Shape;318;p8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319" name="Google Shape;319;p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21" name="Google Shape;321;p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322" name="Google Shape;322;p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9"/>
          <p:cNvSpPr txBox="1"/>
          <p:nvPr>
            <p:ph type="title"/>
          </p:nvPr>
        </p:nvSpPr>
        <p:spPr>
          <a:xfrm>
            <a:off x="782850" y="1013625"/>
            <a:ext cx="3435300" cy="1305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27" name="Google Shape;327;p9"/>
          <p:cNvSpPr txBox="1"/>
          <p:nvPr>
            <p:ph idx="1" type="subTitle"/>
          </p:nvPr>
        </p:nvSpPr>
        <p:spPr>
          <a:xfrm>
            <a:off x="782850" y="2824875"/>
            <a:ext cx="3435300" cy="1305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328" name="Google Shape;328;p9"/>
          <p:cNvGrpSpPr/>
          <p:nvPr/>
        </p:nvGrpSpPr>
        <p:grpSpPr>
          <a:xfrm>
            <a:off x="8457538" y="810363"/>
            <a:ext cx="1040638" cy="901375"/>
            <a:chOff x="8457538" y="810363"/>
            <a:chExt cx="1040638" cy="901375"/>
          </a:xfrm>
        </p:grpSpPr>
        <p:grpSp>
          <p:nvGrpSpPr>
            <p:cNvPr id="329" name="Google Shape;329;p9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330" name="Google Shape;330;p9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9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32" name="Google Shape;332;p9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333" name="Google Shape;333;p9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9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9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"/>
          <p:cNvSpPr txBox="1"/>
          <p:nvPr>
            <p:ph type="title"/>
          </p:nvPr>
        </p:nvSpPr>
        <p:spPr>
          <a:xfrm>
            <a:off x="782850" y="1941300"/>
            <a:ext cx="5137800" cy="1260900"/>
          </a:xfrm>
          <a:prstGeom prst="rect">
            <a:avLst/>
          </a:prstGeom>
          <a:noFill/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1"/>
          <p:cNvSpPr txBox="1"/>
          <p:nvPr>
            <p:ph hasCustomPrompt="1" type="title"/>
          </p:nvPr>
        </p:nvSpPr>
        <p:spPr>
          <a:xfrm>
            <a:off x="1267387" y="1365025"/>
            <a:ext cx="6609300" cy="1407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40" name="Google Shape;340;p11"/>
          <p:cNvSpPr txBox="1"/>
          <p:nvPr>
            <p:ph idx="1" type="subTitle"/>
          </p:nvPr>
        </p:nvSpPr>
        <p:spPr>
          <a:xfrm>
            <a:off x="1267375" y="3255875"/>
            <a:ext cx="6609300" cy="52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341" name="Google Shape;341;p11"/>
          <p:cNvGrpSpPr/>
          <p:nvPr/>
        </p:nvGrpSpPr>
        <p:grpSpPr>
          <a:xfrm flipH="1">
            <a:off x="6844388" y="3930543"/>
            <a:ext cx="1938846" cy="1720830"/>
            <a:chOff x="-1873362" y="2120543"/>
            <a:chExt cx="1938846" cy="1720830"/>
          </a:xfrm>
        </p:grpSpPr>
        <p:sp>
          <p:nvSpPr>
            <p:cNvPr id="342" name="Google Shape;342;p11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11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11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11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11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11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11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11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11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11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11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11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11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1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1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1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11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1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1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1" name="Google Shape;361;p11"/>
          <p:cNvGrpSpPr/>
          <p:nvPr/>
        </p:nvGrpSpPr>
        <p:grpSpPr>
          <a:xfrm flipH="1">
            <a:off x="1408072" y="4117288"/>
            <a:ext cx="1929500" cy="2210100"/>
            <a:chOff x="295725" y="-3462825"/>
            <a:chExt cx="1929500" cy="2210100"/>
          </a:xfrm>
        </p:grpSpPr>
        <p:sp>
          <p:nvSpPr>
            <p:cNvPr id="362" name="Google Shape;362;p11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1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1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11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11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1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1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11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11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1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1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1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11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1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1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11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11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11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11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11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1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11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11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11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11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7" name="Google Shape;387;p11"/>
          <p:cNvGrpSpPr/>
          <p:nvPr/>
        </p:nvGrpSpPr>
        <p:grpSpPr>
          <a:xfrm flipH="1">
            <a:off x="6292047" y="-450687"/>
            <a:ext cx="1516025" cy="1489525"/>
            <a:chOff x="-3888525" y="-3012325"/>
            <a:chExt cx="1516025" cy="1489525"/>
          </a:xfrm>
        </p:grpSpPr>
        <p:sp>
          <p:nvSpPr>
            <p:cNvPr id="388" name="Google Shape;388;p11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1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11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11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11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11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1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11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1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1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11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99" name="Google Shape;399;p11"/>
          <p:cNvGrpSpPr/>
          <p:nvPr/>
        </p:nvGrpSpPr>
        <p:grpSpPr>
          <a:xfrm flipH="1">
            <a:off x="-128787" y="-450682"/>
            <a:ext cx="1938846" cy="1720830"/>
            <a:chOff x="-1873362" y="2120543"/>
            <a:chExt cx="1938846" cy="1720830"/>
          </a:xfrm>
        </p:grpSpPr>
        <p:sp>
          <p:nvSpPr>
            <p:cNvPr id="400" name="Google Shape;400;p11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11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11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11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11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11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1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11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11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11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1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11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11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11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11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11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11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11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11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dk2"/>
        </a:soli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2" name="Google Shape;422;p13"/>
          <p:cNvSpPr txBox="1"/>
          <p:nvPr>
            <p:ph hasCustomPrompt="1" idx="2" type="title"/>
          </p:nvPr>
        </p:nvSpPr>
        <p:spPr>
          <a:xfrm flipH="1">
            <a:off x="1033550" y="1377577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b="1" sz="40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3" name="Google Shape;423;p13"/>
          <p:cNvSpPr txBox="1"/>
          <p:nvPr>
            <p:ph idx="1" type="subTitle"/>
          </p:nvPr>
        </p:nvSpPr>
        <p:spPr>
          <a:xfrm>
            <a:off x="1033550" y="2480675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4" name="Google Shape;424;p13"/>
          <p:cNvSpPr txBox="1"/>
          <p:nvPr>
            <p:ph idx="3" type="subTitle"/>
          </p:nvPr>
        </p:nvSpPr>
        <p:spPr>
          <a:xfrm>
            <a:off x="1033550" y="1945416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5" name="Google Shape;425;p13"/>
          <p:cNvSpPr txBox="1"/>
          <p:nvPr>
            <p:ph hasCustomPrompt="1" idx="4" type="title"/>
          </p:nvPr>
        </p:nvSpPr>
        <p:spPr>
          <a:xfrm flipH="1">
            <a:off x="1033525" y="3039450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b="1" sz="40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6" name="Google Shape;426;p13"/>
          <p:cNvSpPr txBox="1"/>
          <p:nvPr>
            <p:ph idx="5" type="subTitle"/>
          </p:nvPr>
        </p:nvSpPr>
        <p:spPr>
          <a:xfrm>
            <a:off x="1033550" y="4167677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7" name="Google Shape;427;p13"/>
          <p:cNvSpPr txBox="1"/>
          <p:nvPr>
            <p:ph idx="6" type="subTitle"/>
          </p:nvPr>
        </p:nvSpPr>
        <p:spPr>
          <a:xfrm>
            <a:off x="1033550" y="3613450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8" name="Google Shape;428;p13"/>
          <p:cNvSpPr txBox="1"/>
          <p:nvPr>
            <p:ph hasCustomPrompt="1" idx="7" type="title"/>
          </p:nvPr>
        </p:nvSpPr>
        <p:spPr>
          <a:xfrm flipH="1">
            <a:off x="7169950" y="1377578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b="1" sz="40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9" name="Google Shape;429;p13"/>
          <p:cNvSpPr txBox="1"/>
          <p:nvPr>
            <p:ph idx="8" type="subTitle"/>
          </p:nvPr>
        </p:nvSpPr>
        <p:spPr>
          <a:xfrm>
            <a:off x="5474325" y="2480675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0" name="Google Shape;430;p13"/>
          <p:cNvSpPr txBox="1"/>
          <p:nvPr>
            <p:ph idx="9" type="subTitle"/>
          </p:nvPr>
        </p:nvSpPr>
        <p:spPr>
          <a:xfrm>
            <a:off x="4917550" y="1945416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1" name="Google Shape;431;p13"/>
          <p:cNvSpPr txBox="1"/>
          <p:nvPr>
            <p:ph hasCustomPrompt="1" idx="13" type="title"/>
          </p:nvPr>
        </p:nvSpPr>
        <p:spPr>
          <a:xfrm flipH="1">
            <a:off x="7169950" y="3039450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b="1" sz="4000"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32" name="Google Shape;432;p13"/>
          <p:cNvSpPr txBox="1"/>
          <p:nvPr>
            <p:ph idx="14" type="subTitle"/>
          </p:nvPr>
        </p:nvSpPr>
        <p:spPr>
          <a:xfrm>
            <a:off x="5474325" y="4167677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3" name="Google Shape;433;p13"/>
          <p:cNvSpPr txBox="1"/>
          <p:nvPr>
            <p:ph idx="15" type="subTitle"/>
          </p:nvPr>
        </p:nvSpPr>
        <p:spPr>
          <a:xfrm>
            <a:off x="4917550" y="3613450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434" name="Google Shape;434;p13"/>
          <p:cNvGrpSpPr/>
          <p:nvPr/>
        </p:nvGrpSpPr>
        <p:grpSpPr>
          <a:xfrm>
            <a:off x="-969899" y="3989306"/>
            <a:ext cx="1803578" cy="1558580"/>
            <a:chOff x="-969899" y="3989306"/>
            <a:chExt cx="1803578" cy="1558580"/>
          </a:xfrm>
        </p:grpSpPr>
        <p:grpSp>
          <p:nvGrpSpPr>
            <p:cNvPr id="435" name="Google Shape;435;p13"/>
            <p:cNvGrpSpPr/>
            <p:nvPr/>
          </p:nvGrpSpPr>
          <p:grpSpPr>
            <a:xfrm>
              <a:off x="-699845" y="4032775"/>
              <a:ext cx="777174" cy="1001897"/>
              <a:chOff x="-699845" y="4032775"/>
              <a:chExt cx="777174" cy="1001897"/>
            </a:xfrm>
          </p:grpSpPr>
          <p:sp>
            <p:nvSpPr>
              <p:cNvPr id="436" name="Google Shape;436;p13"/>
              <p:cNvSpPr/>
              <p:nvPr/>
            </p:nvSpPr>
            <p:spPr>
              <a:xfrm>
                <a:off x="-699845" y="4054782"/>
                <a:ext cx="752952" cy="979890"/>
              </a:xfrm>
              <a:custGeom>
                <a:rect b="b" l="l" r="r" t="t"/>
                <a:pathLst>
                  <a:path extrusionOk="0" h="44703" w="34350">
                    <a:moveTo>
                      <a:pt x="34205" y="1"/>
                    </a:moveTo>
                    <a:cubicBezTo>
                      <a:pt x="34169" y="1"/>
                      <a:pt x="34132" y="15"/>
                      <a:pt x="34104" y="43"/>
                    </a:cubicBezTo>
                    <a:lnTo>
                      <a:pt x="23425" y="10722"/>
                    </a:lnTo>
                    <a:cubicBezTo>
                      <a:pt x="23402" y="10745"/>
                      <a:pt x="23391" y="10778"/>
                      <a:pt x="23391" y="10823"/>
                    </a:cubicBezTo>
                    <a:lnTo>
                      <a:pt x="23391" y="21168"/>
                    </a:lnTo>
                    <a:lnTo>
                      <a:pt x="90" y="44468"/>
                    </a:lnTo>
                    <a:cubicBezTo>
                      <a:pt x="1" y="44558"/>
                      <a:pt x="68" y="44703"/>
                      <a:pt x="191" y="44703"/>
                    </a:cubicBezTo>
                    <a:cubicBezTo>
                      <a:pt x="224" y="44703"/>
                      <a:pt x="258" y="44692"/>
                      <a:pt x="291" y="44669"/>
                    </a:cubicBezTo>
                    <a:lnTo>
                      <a:pt x="23626" y="21324"/>
                    </a:lnTo>
                    <a:cubicBezTo>
                      <a:pt x="23648" y="21301"/>
                      <a:pt x="23670" y="21257"/>
                      <a:pt x="23670" y="21223"/>
                    </a:cubicBezTo>
                    <a:lnTo>
                      <a:pt x="23670" y="10879"/>
                    </a:lnTo>
                    <a:lnTo>
                      <a:pt x="34305" y="244"/>
                    </a:lnTo>
                    <a:cubicBezTo>
                      <a:pt x="34350" y="188"/>
                      <a:pt x="34350" y="98"/>
                      <a:pt x="34305" y="43"/>
                    </a:cubicBezTo>
                    <a:cubicBezTo>
                      <a:pt x="34277" y="15"/>
                      <a:pt x="34241" y="1"/>
                      <a:pt x="3420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13"/>
              <p:cNvSpPr/>
              <p:nvPr/>
            </p:nvSpPr>
            <p:spPr>
              <a:xfrm>
                <a:off x="22507" y="4032775"/>
                <a:ext cx="54822" cy="49978"/>
              </a:xfrm>
              <a:custGeom>
                <a:rect b="b" l="l" r="r" t="t"/>
                <a:pathLst>
                  <a:path extrusionOk="0" h="2280" w="2501">
                    <a:moveTo>
                      <a:pt x="1248" y="0"/>
                    </a:moveTo>
                    <a:cubicBezTo>
                      <a:pt x="738" y="0"/>
                      <a:pt x="270" y="354"/>
                      <a:pt x="146" y="879"/>
                    </a:cubicBezTo>
                    <a:cubicBezTo>
                      <a:pt x="1" y="1493"/>
                      <a:pt x="380" y="2107"/>
                      <a:pt x="994" y="2252"/>
                    </a:cubicBezTo>
                    <a:cubicBezTo>
                      <a:pt x="1077" y="2270"/>
                      <a:pt x="1161" y="2279"/>
                      <a:pt x="1243" y="2279"/>
                    </a:cubicBezTo>
                    <a:cubicBezTo>
                      <a:pt x="1757" y="2279"/>
                      <a:pt x="2231" y="1933"/>
                      <a:pt x="2356" y="1404"/>
                    </a:cubicBezTo>
                    <a:cubicBezTo>
                      <a:pt x="2501" y="790"/>
                      <a:pt x="2121" y="176"/>
                      <a:pt x="1507" y="31"/>
                    </a:cubicBezTo>
                    <a:cubicBezTo>
                      <a:pt x="1421" y="10"/>
                      <a:pt x="1334" y="0"/>
                      <a:pt x="12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8" name="Google Shape;438;p13"/>
              <p:cNvSpPr/>
              <p:nvPr/>
            </p:nvSpPr>
            <p:spPr>
              <a:xfrm>
                <a:off x="-344653" y="4547149"/>
                <a:ext cx="136036" cy="135772"/>
              </a:xfrm>
              <a:custGeom>
                <a:rect b="b" l="l" r="r" t="t"/>
                <a:pathLst>
                  <a:path extrusionOk="0" h="6194" w="6206">
                    <a:moveTo>
                      <a:pt x="6149" y="0"/>
                    </a:moveTo>
                    <a:lnTo>
                      <a:pt x="1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39" name="Google Shape;439;p13"/>
            <p:cNvSpPr/>
            <p:nvPr/>
          </p:nvSpPr>
          <p:spPr>
            <a:xfrm>
              <a:off x="-621306" y="4385709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-2920" y="4363854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-348577" y="4011249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-138934" y="3989307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-372053" y="4223325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13"/>
            <p:cNvSpPr/>
            <p:nvPr/>
          </p:nvSpPr>
          <p:spPr>
            <a:xfrm>
              <a:off x="-164361" y="4868277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13"/>
            <p:cNvSpPr/>
            <p:nvPr/>
          </p:nvSpPr>
          <p:spPr>
            <a:xfrm>
              <a:off x="226779" y="4995523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13"/>
            <p:cNvSpPr/>
            <p:nvPr/>
          </p:nvSpPr>
          <p:spPr>
            <a:xfrm>
              <a:off x="474081" y="4841338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13"/>
            <p:cNvSpPr/>
            <p:nvPr/>
          </p:nvSpPr>
          <p:spPr>
            <a:xfrm>
              <a:off x="-185887" y="5498214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13"/>
            <p:cNvSpPr/>
            <p:nvPr/>
          </p:nvSpPr>
          <p:spPr>
            <a:xfrm>
              <a:off x="38925" y="4786012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13"/>
            <p:cNvSpPr/>
            <p:nvPr/>
          </p:nvSpPr>
          <p:spPr>
            <a:xfrm>
              <a:off x="-589259" y="4875599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13"/>
            <p:cNvSpPr/>
            <p:nvPr/>
          </p:nvSpPr>
          <p:spPr>
            <a:xfrm>
              <a:off x="-677815" y="5502489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3"/>
            <p:cNvSpPr/>
            <p:nvPr/>
          </p:nvSpPr>
          <p:spPr>
            <a:xfrm>
              <a:off x="-969899" y="4645526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13"/>
            <p:cNvSpPr/>
            <p:nvPr/>
          </p:nvSpPr>
          <p:spPr>
            <a:xfrm>
              <a:off x="289933" y="3989306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13"/>
            <p:cNvSpPr/>
            <p:nvPr/>
          </p:nvSpPr>
          <p:spPr>
            <a:xfrm>
              <a:off x="615706" y="4527246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13"/>
            <p:cNvSpPr/>
            <p:nvPr/>
          </p:nvSpPr>
          <p:spPr>
            <a:xfrm>
              <a:off x="682255" y="4585290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55" name="Google Shape;455;p13"/>
          <p:cNvGrpSpPr/>
          <p:nvPr/>
        </p:nvGrpSpPr>
        <p:grpSpPr>
          <a:xfrm flipH="1">
            <a:off x="-74415" y="391900"/>
            <a:ext cx="1040638" cy="901375"/>
            <a:chOff x="948060" y="3972813"/>
            <a:chExt cx="1040638" cy="901375"/>
          </a:xfrm>
        </p:grpSpPr>
        <p:grpSp>
          <p:nvGrpSpPr>
            <p:cNvPr id="456" name="Google Shape;456;p13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457" name="Google Shape;457;p13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8" name="Google Shape;458;p13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59" name="Google Shape;459;p1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460" name="Google Shape;460;p1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1" name="Google Shape;461;p1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2" name="Google Shape;462;p1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63" name="Google Shape;463;p13"/>
          <p:cNvGrpSpPr/>
          <p:nvPr/>
        </p:nvGrpSpPr>
        <p:grpSpPr>
          <a:xfrm>
            <a:off x="8530769" y="1433443"/>
            <a:ext cx="1019565" cy="1290805"/>
            <a:chOff x="-4017975" y="-49702"/>
            <a:chExt cx="1162825" cy="1472177"/>
          </a:xfrm>
        </p:grpSpPr>
        <p:sp>
          <p:nvSpPr>
            <p:cNvPr id="464" name="Google Shape;464;p13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13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13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13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3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13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13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4"/>
          <p:cNvSpPr txBox="1"/>
          <p:nvPr>
            <p:ph type="title"/>
          </p:nvPr>
        </p:nvSpPr>
        <p:spPr>
          <a:xfrm>
            <a:off x="1940550" y="3438075"/>
            <a:ext cx="5262900" cy="363000"/>
          </a:xfrm>
          <a:prstGeom prst="rect">
            <a:avLst/>
          </a:prstGeom>
          <a:noFill/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b="1"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73" name="Google Shape;473;p14"/>
          <p:cNvSpPr txBox="1"/>
          <p:nvPr>
            <p:ph idx="1" type="subTitle"/>
          </p:nvPr>
        </p:nvSpPr>
        <p:spPr>
          <a:xfrm>
            <a:off x="1940550" y="1342425"/>
            <a:ext cx="5262900" cy="1592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5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74" name="Google Shape;474;p14"/>
          <p:cNvGrpSpPr/>
          <p:nvPr/>
        </p:nvGrpSpPr>
        <p:grpSpPr>
          <a:xfrm>
            <a:off x="8103363" y="1111063"/>
            <a:ext cx="1040638" cy="901375"/>
            <a:chOff x="8457538" y="810363"/>
            <a:chExt cx="1040638" cy="901375"/>
          </a:xfrm>
        </p:grpSpPr>
        <p:grpSp>
          <p:nvGrpSpPr>
            <p:cNvPr id="475" name="Google Shape;475;p1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476" name="Google Shape;476;p1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7" name="Google Shape;477;p1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78" name="Google Shape;478;p1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479" name="Google Shape;479;p1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" name="Google Shape;480;p1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" name="Google Shape;481;p1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82" name="Google Shape;482;p14"/>
          <p:cNvGrpSpPr/>
          <p:nvPr/>
        </p:nvGrpSpPr>
        <p:grpSpPr>
          <a:xfrm>
            <a:off x="214269" y="2098393"/>
            <a:ext cx="1019565" cy="1290805"/>
            <a:chOff x="-4017975" y="-49702"/>
            <a:chExt cx="1162825" cy="1472177"/>
          </a:xfrm>
        </p:grpSpPr>
        <p:sp>
          <p:nvSpPr>
            <p:cNvPr id="483" name="Google Shape;483;p14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14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14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14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14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14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14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4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5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492" name="Google Shape;492;p15"/>
          <p:cNvGrpSpPr/>
          <p:nvPr/>
        </p:nvGrpSpPr>
        <p:grpSpPr>
          <a:xfrm>
            <a:off x="8289922" y="1760200"/>
            <a:ext cx="1369850" cy="1342825"/>
            <a:chOff x="-3742350" y="-3012325"/>
            <a:chExt cx="1369850" cy="1342825"/>
          </a:xfrm>
        </p:grpSpPr>
        <p:sp>
          <p:nvSpPr>
            <p:cNvPr id="493" name="Google Shape;493;p15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15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15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15"/>
            <p:cNvSpPr/>
            <p:nvPr/>
          </p:nvSpPr>
          <p:spPr>
            <a:xfrm>
              <a:off x="-3470900" y="-26570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15"/>
            <p:cNvSpPr/>
            <p:nvPr/>
          </p:nvSpPr>
          <p:spPr>
            <a:xfrm>
              <a:off x="-3720275" y="-2216400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15"/>
            <p:cNvSpPr/>
            <p:nvPr/>
          </p:nvSpPr>
          <p:spPr>
            <a:xfrm>
              <a:off x="-2825862" y="-2936687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15"/>
            <p:cNvSpPr/>
            <p:nvPr/>
          </p:nvSpPr>
          <p:spPr>
            <a:xfrm>
              <a:off x="-2758612" y="-2892062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15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15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15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15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04" name="Google Shape;504;p15"/>
          <p:cNvGrpSpPr/>
          <p:nvPr/>
        </p:nvGrpSpPr>
        <p:grpSpPr>
          <a:xfrm>
            <a:off x="-275103" y="120400"/>
            <a:ext cx="1369850" cy="1342825"/>
            <a:chOff x="-3742350" y="-3012325"/>
            <a:chExt cx="1369850" cy="1342825"/>
          </a:xfrm>
        </p:grpSpPr>
        <p:sp>
          <p:nvSpPr>
            <p:cNvPr id="505" name="Google Shape;505;p15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15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15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15"/>
            <p:cNvSpPr/>
            <p:nvPr/>
          </p:nvSpPr>
          <p:spPr>
            <a:xfrm>
              <a:off x="-3470900" y="-26570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15"/>
            <p:cNvSpPr/>
            <p:nvPr/>
          </p:nvSpPr>
          <p:spPr>
            <a:xfrm>
              <a:off x="-3720275" y="-2216400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15"/>
            <p:cNvSpPr/>
            <p:nvPr/>
          </p:nvSpPr>
          <p:spPr>
            <a:xfrm>
              <a:off x="-2825862" y="-2936687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15"/>
            <p:cNvSpPr/>
            <p:nvPr/>
          </p:nvSpPr>
          <p:spPr>
            <a:xfrm>
              <a:off x="-2758612" y="-2892062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15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15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6" name="Google Shape;516;p15"/>
          <p:cNvGrpSpPr/>
          <p:nvPr/>
        </p:nvGrpSpPr>
        <p:grpSpPr>
          <a:xfrm>
            <a:off x="7444085" y="-614062"/>
            <a:ext cx="1040637" cy="901375"/>
            <a:chOff x="7772485" y="-345137"/>
            <a:chExt cx="1040637" cy="901375"/>
          </a:xfrm>
        </p:grpSpPr>
        <p:grpSp>
          <p:nvGrpSpPr>
            <p:cNvPr id="517" name="Google Shape;517;p15"/>
            <p:cNvGrpSpPr/>
            <p:nvPr/>
          </p:nvGrpSpPr>
          <p:grpSpPr>
            <a:xfrm>
              <a:off x="8096397" y="-345137"/>
              <a:ext cx="716725" cy="901375"/>
              <a:chOff x="-3888525" y="-2483300"/>
              <a:chExt cx="716725" cy="901375"/>
            </a:xfrm>
          </p:grpSpPr>
          <p:sp>
            <p:nvSpPr>
              <p:cNvPr id="518" name="Google Shape;518;p15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" name="Google Shape;519;p15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20" name="Google Shape;520;p15"/>
            <p:cNvGrpSpPr/>
            <p:nvPr/>
          </p:nvGrpSpPr>
          <p:grpSpPr>
            <a:xfrm>
              <a:off x="7772485" y="175988"/>
              <a:ext cx="323925" cy="323650"/>
              <a:chOff x="1608625" y="299800"/>
              <a:chExt cx="323925" cy="323650"/>
            </a:xfrm>
          </p:grpSpPr>
          <p:sp>
            <p:nvSpPr>
              <p:cNvPr id="521" name="Google Shape;521;p15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" name="Google Shape;522;p15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" name="Google Shape;523;p15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4_1"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6"/>
          <p:cNvSpPr txBox="1"/>
          <p:nvPr>
            <p:ph type="title"/>
          </p:nvPr>
        </p:nvSpPr>
        <p:spPr>
          <a:xfrm>
            <a:off x="782850" y="556250"/>
            <a:ext cx="7578300" cy="495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526" name="Google Shape;526;p16"/>
          <p:cNvGrpSpPr/>
          <p:nvPr/>
        </p:nvGrpSpPr>
        <p:grpSpPr>
          <a:xfrm>
            <a:off x="7771338" y="4403813"/>
            <a:ext cx="1040638" cy="901375"/>
            <a:chOff x="8457538" y="810363"/>
            <a:chExt cx="1040638" cy="901375"/>
          </a:xfrm>
        </p:grpSpPr>
        <p:grpSp>
          <p:nvGrpSpPr>
            <p:cNvPr id="527" name="Google Shape;527;p16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28" name="Google Shape;528;p16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16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30" name="Google Shape;530;p16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31" name="Google Shape;531;p16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2" name="Google Shape;532;p16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3" name="Google Shape;533;p16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34" name="Google Shape;534;p16"/>
          <p:cNvGrpSpPr/>
          <p:nvPr/>
        </p:nvGrpSpPr>
        <p:grpSpPr>
          <a:xfrm>
            <a:off x="7771359" y="4167517"/>
            <a:ext cx="761479" cy="750124"/>
            <a:chOff x="-642191" y="1634242"/>
            <a:chExt cx="761479" cy="750124"/>
          </a:xfrm>
        </p:grpSpPr>
        <p:sp>
          <p:nvSpPr>
            <p:cNvPr id="535" name="Google Shape;535;p16"/>
            <p:cNvSpPr/>
            <p:nvPr/>
          </p:nvSpPr>
          <p:spPr>
            <a:xfrm rot="10800000">
              <a:off x="-642191" y="235071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 rot="10800000">
              <a:off x="-553634" y="1723763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 rot="10800000">
              <a:off x="78166" y="1634242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38" name="Google Shape;538;p16"/>
          <p:cNvGrpSpPr/>
          <p:nvPr/>
        </p:nvGrpSpPr>
        <p:grpSpPr>
          <a:xfrm>
            <a:off x="330444" y="-221875"/>
            <a:ext cx="713803" cy="706547"/>
            <a:chOff x="-4017975" y="616650"/>
            <a:chExt cx="814100" cy="805825"/>
          </a:xfrm>
        </p:grpSpPr>
        <p:sp>
          <p:nvSpPr>
            <p:cNvPr id="539" name="Google Shape;539;p16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16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16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5"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7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45" name="Google Shape;545;p17"/>
          <p:cNvSpPr txBox="1"/>
          <p:nvPr>
            <p:ph idx="1" type="subTitle"/>
          </p:nvPr>
        </p:nvSpPr>
        <p:spPr>
          <a:xfrm>
            <a:off x="782850" y="2955251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6" name="Google Shape;546;p17"/>
          <p:cNvSpPr txBox="1"/>
          <p:nvPr>
            <p:ph idx="2" type="subTitle"/>
          </p:nvPr>
        </p:nvSpPr>
        <p:spPr>
          <a:xfrm>
            <a:off x="782850" y="2538925"/>
            <a:ext cx="23112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7" name="Google Shape;547;p17"/>
          <p:cNvSpPr txBox="1"/>
          <p:nvPr>
            <p:ph idx="3" type="subTitle"/>
          </p:nvPr>
        </p:nvSpPr>
        <p:spPr>
          <a:xfrm>
            <a:off x="3416400" y="2955251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8" name="Google Shape;548;p17"/>
          <p:cNvSpPr txBox="1"/>
          <p:nvPr>
            <p:ph idx="4" type="subTitle"/>
          </p:nvPr>
        </p:nvSpPr>
        <p:spPr>
          <a:xfrm>
            <a:off x="3416400" y="2538925"/>
            <a:ext cx="23112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9" name="Google Shape;549;p17"/>
          <p:cNvSpPr txBox="1"/>
          <p:nvPr>
            <p:ph idx="5" type="subTitle"/>
          </p:nvPr>
        </p:nvSpPr>
        <p:spPr>
          <a:xfrm>
            <a:off x="6049950" y="2955251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50" name="Google Shape;550;p17"/>
          <p:cNvSpPr txBox="1"/>
          <p:nvPr>
            <p:ph idx="6" type="subTitle"/>
          </p:nvPr>
        </p:nvSpPr>
        <p:spPr>
          <a:xfrm>
            <a:off x="6049950" y="2538925"/>
            <a:ext cx="23112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551" name="Google Shape;551;p17"/>
          <p:cNvGrpSpPr/>
          <p:nvPr/>
        </p:nvGrpSpPr>
        <p:grpSpPr>
          <a:xfrm>
            <a:off x="-382087" y="624425"/>
            <a:ext cx="1040638" cy="901375"/>
            <a:chOff x="8457538" y="810363"/>
            <a:chExt cx="1040638" cy="901375"/>
          </a:xfrm>
        </p:grpSpPr>
        <p:grpSp>
          <p:nvGrpSpPr>
            <p:cNvPr id="552" name="Google Shape;552;p1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53" name="Google Shape;553;p1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4" name="Google Shape;554;p1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55" name="Google Shape;555;p1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56" name="Google Shape;556;p1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7" name="Google Shape;557;p1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" name="Google Shape;558;p1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59" name="Google Shape;559;p17"/>
          <p:cNvGrpSpPr/>
          <p:nvPr/>
        </p:nvGrpSpPr>
        <p:grpSpPr>
          <a:xfrm rot="10800000">
            <a:off x="8274244" y="624418"/>
            <a:ext cx="1803578" cy="1592367"/>
            <a:chOff x="-4912150" y="-393637"/>
            <a:chExt cx="2057000" cy="1816112"/>
          </a:xfrm>
        </p:grpSpPr>
        <p:sp>
          <p:nvSpPr>
            <p:cNvPr id="560" name="Google Shape;560;p17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17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17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17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17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17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17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17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17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9" name="Google Shape;579;p17"/>
          <p:cNvGrpSpPr/>
          <p:nvPr/>
        </p:nvGrpSpPr>
        <p:grpSpPr>
          <a:xfrm rot="10800000">
            <a:off x="1179219" y="4287293"/>
            <a:ext cx="1803578" cy="1592367"/>
            <a:chOff x="-4912150" y="-393637"/>
            <a:chExt cx="2057000" cy="1816112"/>
          </a:xfrm>
        </p:grpSpPr>
        <p:sp>
          <p:nvSpPr>
            <p:cNvPr id="580" name="Google Shape;580;p17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17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17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17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17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17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17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17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17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17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17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17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17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17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17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17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17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_1"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8"/>
          <p:cNvSpPr txBox="1"/>
          <p:nvPr>
            <p:ph type="title"/>
          </p:nvPr>
        </p:nvSpPr>
        <p:spPr>
          <a:xfrm flipH="1"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1" name="Google Shape;601;p18"/>
          <p:cNvSpPr txBox="1"/>
          <p:nvPr>
            <p:ph idx="1" type="subTitle"/>
          </p:nvPr>
        </p:nvSpPr>
        <p:spPr>
          <a:xfrm>
            <a:off x="1589125" y="2349175"/>
            <a:ext cx="2541000" cy="521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2" name="Google Shape;602;p18"/>
          <p:cNvSpPr txBox="1"/>
          <p:nvPr>
            <p:ph idx="2" type="subTitle"/>
          </p:nvPr>
        </p:nvSpPr>
        <p:spPr>
          <a:xfrm>
            <a:off x="1589125" y="2011200"/>
            <a:ext cx="25410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3" name="Google Shape;603;p18"/>
          <p:cNvSpPr txBox="1"/>
          <p:nvPr>
            <p:ph idx="3" type="subTitle"/>
          </p:nvPr>
        </p:nvSpPr>
        <p:spPr>
          <a:xfrm>
            <a:off x="5013850" y="2351975"/>
            <a:ext cx="2541000" cy="521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4" name="Google Shape;604;p18"/>
          <p:cNvSpPr txBox="1"/>
          <p:nvPr>
            <p:ph idx="4" type="subTitle"/>
          </p:nvPr>
        </p:nvSpPr>
        <p:spPr>
          <a:xfrm>
            <a:off x="5013850" y="2014000"/>
            <a:ext cx="25410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5" name="Google Shape;605;p18"/>
          <p:cNvSpPr txBox="1"/>
          <p:nvPr>
            <p:ph idx="5" type="subTitle"/>
          </p:nvPr>
        </p:nvSpPr>
        <p:spPr>
          <a:xfrm>
            <a:off x="1589125" y="3960125"/>
            <a:ext cx="2541000" cy="521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6" name="Google Shape;606;p18"/>
          <p:cNvSpPr txBox="1"/>
          <p:nvPr>
            <p:ph idx="6" type="subTitle"/>
          </p:nvPr>
        </p:nvSpPr>
        <p:spPr>
          <a:xfrm>
            <a:off x="1589125" y="3622150"/>
            <a:ext cx="25410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7" name="Google Shape;607;p18"/>
          <p:cNvSpPr txBox="1"/>
          <p:nvPr>
            <p:ph idx="7" type="subTitle"/>
          </p:nvPr>
        </p:nvSpPr>
        <p:spPr>
          <a:xfrm>
            <a:off x="5013850" y="3960098"/>
            <a:ext cx="2541000" cy="521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8" name="Google Shape;608;p18"/>
          <p:cNvSpPr txBox="1"/>
          <p:nvPr>
            <p:ph idx="8" type="subTitle"/>
          </p:nvPr>
        </p:nvSpPr>
        <p:spPr>
          <a:xfrm>
            <a:off x="5013850" y="3622123"/>
            <a:ext cx="25410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609" name="Google Shape;609;p18"/>
          <p:cNvGrpSpPr/>
          <p:nvPr/>
        </p:nvGrpSpPr>
        <p:grpSpPr>
          <a:xfrm flipH="1">
            <a:off x="205972" y="3517863"/>
            <a:ext cx="873188" cy="546900"/>
            <a:chOff x="1115510" y="4327288"/>
            <a:chExt cx="873188" cy="546900"/>
          </a:xfrm>
        </p:grpSpPr>
        <p:sp>
          <p:nvSpPr>
            <p:cNvPr id="610" name="Google Shape;610;p18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11" name="Google Shape;611;p1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612" name="Google Shape;612;p1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" name="Google Shape;613;p1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" name="Google Shape;614;p1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15" name="Google Shape;615;p18"/>
          <p:cNvGrpSpPr/>
          <p:nvPr/>
        </p:nvGrpSpPr>
        <p:grpSpPr>
          <a:xfrm>
            <a:off x="-234937" y="-460907"/>
            <a:ext cx="1938846" cy="1720830"/>
            <a:chOff x="-1873362" y="2120543"/>
            <a:chExt cx="1938846" cy="1720830"/>
          </a:xfrm>
        </p:grpSpPr>
        <p:sp>
          <p:nvSpPr>
            <p:cNvPr id="616" name="Google Shape;616;p18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18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18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18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18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18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18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18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18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18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18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18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18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18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18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18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18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18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5" name="Google Shape;635;p18"/>
          <p:cNvGrpSpPr/>
          <p:nvPr/>
        </p:nvGrpSpPr>
        <p:grpSpPr>
          <a:xfrm>
            <a:off x="7932072" y="2686300"/>
            <a:ext cx="1929500" cy="2210100"/>
            <a:chOff x="295725" y="-3462825"/>
            <a:chExt cx="1929500" cy="2210100"/>
          </a:xfrm>
        </p:grpSpPr>
        <p:sp>
          <p:nvSpPr>
            <p:cNvPr id="636" name="Google Shape;636;p18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18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18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18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18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18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18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18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18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18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18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18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18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18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18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18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18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18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18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18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18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18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18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18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18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5_1_1"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9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3" name="Google Shape;663;p19"/>
          <p:cNvSpPr txBox="1"/>
          <p:nvPr>
            <p:ph idx="1" type="subTitle"/>
          </p:nvPr>
        </p:nvSpPr>
        <p:spPr>
          <a:xfrm>
            <a:off x="785913" y="20885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4" name="Google Shape;664;p19"/>
          <p:cNvSpPr txBox="1"/>
          <p:nvPr>
            <p:ph idx="2" type="subTitle"/>
          </p:nvPr>
        </p:nvSpPr>
        <p:spPr>
          <a:xfrm>
            <a:off x="785913" y="17176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5" name="Google Shape;665;p19"/>
          <p:cNvSpPr txBox="1"/>
          <p:nvPr>
            <p:ph idx="3" type="subTitle"/>
          </p:nvPr>
        </p:nvSpPr>
        <p:spPr>
          <a:xfrm>
            <a:off x="3428113" y="20885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6" name="Google Shape;666;p19"/>
          <p:cNvSpPr txBox="1"/>
          <p:nvPr>
            <p:ph idx="4" type="subTitle"/>
          </p:nvPr>
        </p:nvSpPr>
        <p:spPr>
          <a:xfrm>
            <a:off x="3428100" y="17176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7" name="Google Shape;667;p19"/>
          <p:cNvSpPr txBox="1"/>
          <p:nvPr>
            <p:ph idx="5" type="subTitle"/>
          </p:nvPr>
        </p:nvSpPr>
        <p:spPr>
          <a:xfrm>
            <a:off x="6070288" y="20885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8" name="Google Shape;668;p19"/>
          <p:cNvSpPr txBox="1"/>
          <p:nvPr>
            <p:ph idx="6" type="subTitle"/>
          </p:nvPr>
        </p:nvSpPr>
        <p:spPr>
          <a:xfrm>
            <a:off x="6070288" y="17176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69" name="Google Shape;669;p19"/>
          <p:cNvSpPr txBox="1"/>
          <p:nvPr>
            <p:ph idx="7" type="subTitle"/>
          </p:nvPr>
        </p:nvSpPr>
        <p:spPr>
          <a:xfrm>
            <a:off x="785913" y="38246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0" name="Google Shape;670;p19"/>
          <p:cNvSpPr txBox="1"/>
          <p:nvPr>
            <p:ph idx="8" type="subTitle"/>
          </p:nvPr>
        </p:nvSpPr>
        <p:spPr>
          <a:xfrm>
            <a:off x="785913" y="34537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1" name="Google Shape;671;p19"/>
          <p:cNvSpPr txBox="1"/>
          <p:nvPr>
            <p:ph idx="9" type="subTitle"/>
          </p:nvPr>
        </p:nvSpPr>
        <p:spPr>
          <a:xfrm>
            <a:off x="3428113" y="38246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2" name="Google Shape;672;p19"/>
          <p:cNvSpPr txBox="1"/>
          <p:nvPr>
            <p:ph idx="13" type="subTitle"/>
          </p:nvPr>
        </p:nvSpPr>
        <p:spPr>
          <a:xfrm>
            <a:off x="3428100" y="34537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3" name="Google Shape;673;p19"/>
          <p:cNvSpPr txBox="1"/>
          <p:nvPr>
            <p:ph idx="14" type="subTitle"/>
          </p:nvPr>
        </p:nvSpPr>
        <p:spPr>
          <a:xfrm>
            <a:off x="6070288" y="3824650"/>
            <a:ext cx="2287800" cy="762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4" name="Google Shape;674;p19"/>
          <p:cNvSpPr txBox="1"/>
          <p:nvPr>
            <p:ph idx="15" type="subTitle"/>
          </p:nvPr>
        </p:nvSpPr>
        <p:spPr>
          <a:xfrm>
            <a:off x="6070288" y="3453700"/>
            <a:ext cx="22878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675" name="Google Shape;675;p19"/>
          <p:cNvGrpSpPr/>
          <p:nvPr/>
        </p:nvGrpSpPr>
        <p:grpSpPr>
          <a:xfrm>
            <a:off x="8352588" y="816213"/>
            <a:ext cx="1040638" cy="901375"/>
            <a:chOff x="8457538" y="810363"/>
            <a:chExt cx="1040638" cy="901375"/>
          </a:xfrm>
        </p:grpSpPr>
        <p:grpSp>
          <p:nvGrpSpPr>
            <p:cNvPr id="676" name="Google Shape;676;p19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677" name="Google Shape;677;p19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8" name="Google Shape;678;p19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9" name="Google Shape;679;p19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680" name="Google Shape;680;p19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" name="Google Shape;681;p19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2" name="Google Shape;682;p19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83" name="Google Shape;683;p19"/>
          <p:cNvGrpSpPr/>
          <p:nvPr/>
        </p:nvGrpSpPr>
        <p:grpSpPr>
          <a:xfrm>
            <a:off x="4841575" y="4619788"/>
            <a:ext cx="1040638" cy="901375"/>
            <a:chOff x="8457538" y="810363"/>
            <a:chExt cx="1040638" cy="901375"/>
          </a:xfrm>
        </p:grpSpPr>
        <p:grpSp>
          <p:nvGrpSpPr>
            <p:cNvPr id="684" name="Google Shape;684;p19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685" name="Google Shape;685;p19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" name="Google Shape;686;p19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87" name="Google Shape;687;p19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688" name="Google Shape;688;p19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9" name="Google Shape;689;p19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0" name="Google Shape;690;p19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91" name="Google Shape;691;p19"/>
          <p:cNvGrpSpPr/>
          <p:nvPr/>
        </p:nvGrpSpPr>
        <p:grpSpPr>
          <a:xfrm>
            <a:off x="8352591" y="196800"/>
            <a:ext cx="713803" cy="706547"/>
            <a:chOff x="-4017975" y="616650"/>
            <a:chExt cx="814100" cy="805825"/>
          </a:xfrm>
        </p:grpSpPr>
        <p:sp>
          <p:nvSpPr>
            <p:cNvPr id="692" name="Google Shape;692;p19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19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19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19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96" name="Google Shape;696;p19"/>
          <p:cNvGrpSpPr/>
          <p:nvPr/>
        </p:nvGrpSpPr>
        <p:grpSpPr>
          <a:xfrm rot="10800000">
            <a:off x="-728606" y="92693"/>
            <a:ext cx="1803578" cy="1592367"/>
            <a:chOff x="-4912150" y="-393637"/>
            <a:chExt cx="2057000" cy="1816112"/>
          </a:xfrm>
        </p:grpSpPr>
        <p:sp>
          <p:nvSpPr>
            <p:cNvPr id="697" name="Google Shape;697;p19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19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19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19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19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19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19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19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19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19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19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19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19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19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19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19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19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19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19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6"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20"/>
          <p:cNvSpPr txBox="1"/>
          <p:nvPr>
            <p:ph hasCustomPrompt="1" type="title"/>
          </p:nvPr>
        </p:nvSpPr>
        <p:spPr>
          <a:xfrm>
            <a:off x="1862850" y="556250"/>
            <a:ext cx="5418300" cy="636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None/>
              <a:defRPr b="1"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18" name="Google Shape;718;p20"/>
          <p:cNvSpPr txBox="1"/>
          <p:nvPr>
            <p:ph idx="1" type="subTitle"/>
          </p:nvPr>
        </p:nvSpPr>
        <p:spPr>
          <a:xfrm>
            <a:off x="1862850" y="1192550"/>
            <a:ext cx="5418300" cy="293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19" name="Google Shape;719;p20"/>
          <p:cNvSpPr txBox="1"/>
          <p:nvPr>
            <p:ph hasCustomPrompt="1" idx="2" type="title"/>
          </p:nvPr>
        </p:nvSpPr>
        <p:spPr>
          <a:xfrm>
            <a:off x="1862850" y="2106900"/>
            <a:ext cx="5418300" cy="636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None/>
              <a:defRPr b="1"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20" name="Google Shape;720;p20"/>
          <p:cNvSpPr txBox="1"/>
          <p:nvPr>
            <p:ph idx="3" type="subTitle"/>
          </p:nvPr>
        </p:nvSpPr>
        <p:spPr>
          <a:xfrm>
            <a:off x="1862850" y="2743200"/>
            <a:ext cx="5418300" cy="293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21" name="Google Shape;721;p20"/>
          <p:cNvSpPr txBox="1"/>
          <p:nvPr>
            <p:ph hasCustomPrompt="1" idx="4" type="title"/>
          </p:nvPr>
        </p:nvSpPr>
        <p:spPr>
          <a:xfrm>
            <a:off x="1862850" y="3657550"/>
            <a:ext cx="5418300" cy="636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None/>
              <a:defRPr b="1"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None/>
              <a:defRPr sz="1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22" name="Google Shape;722;p20"/>
          <p:cNvSpPr txBox="1"/>
          <p:nvPr>
            <p:ph idx="5" type="subTitle"/>
          </p:nvPr>
        </p:nvSpPr>
        <p:spPr>
          <a:xfrm>
            <a:off x="1862850" y="4293850"/>
            <a:ext cx="5418300" cy="293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723" name="Google Shape;723;p20"/>
          <p:cNvGrpSpPr/>
          <p:nvPr/>
        </p:nvGrpSpPr>
        <p:grpSpPr>
          <a:xfrm flipH="1">
            <a:off x="7051226" y="-890069"/>
            <a:ext cx="1938846" cy="1720830"/>
            <a:chOff x="-1873362" y="2120543"/>
            <a:chExt cx="1938846" cy="1720830"/>
          </a:xfrm>
        </p:grpSpPr>
        <p:sp>
          <p:nvSpPr>
            <p:cNvPr id="724" name="Google Shape;724;p20"/>
            <p:cNvSpPr/>
            <p:nvPr/>
          </p:nvSpPr>
          <p:spPr>
            <a:xfrm>
              <a:off x="-1603307" y="2348270"/>
              <a:ext cx="752952" cy="979890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20"/>
            <p:cNvSpPr/>
            <p:nvPr/>
          </p:nvSpPr>
          <p:spPr>
            <a:xfrm>
              <a:off x="-880956" y="2326262"/>
              <a:ext cx="54822" cy="49978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20"/>
            <p:cNvSpPr/>
            <p:nvPr/>
          </p:nvSpPr>
          <p:spPr>
            <a:xfrm>
              <a:off x="-1248116" y="2840637"/>
              <a:ext cx="136036" cy="135772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20"/>
            <p:cNvSpPr/>
            <p:nvPr/>
          </p:nvSpPr>
          <p:spPr>
            <a:xfrm>
              <a:off x="-1524768" y="2679196"/>
              <a:ext cx="649512" cy="786446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20"/>
            <p:cNvSpPr/>
            <p:nvPr/>
          </p:nvSpPr>
          <p:spPr>
            <a:xfrm>
              <a:off x="-906383" y="2657342"/>
              <a:ext cx="53836" cy="49824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20"/>
            <p:cNvSpPr/>
            <p:nvPr/>
          </p:nvSpPr>
          <p:spPr>
            <a:xfrm>
              <a:off x="-1252039" y="2304737"/>
              <a:ext cx="241471" cy="240177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20"/>
            <p:cNvSpPr/>
            <p:nvPr/>
          </p:nvSpPr>
          <p:spPr>
            <a:xfrm>
              <a:off x="-1042397" y="2282795"/>
              <a:ext cx="56773" cy="49934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20"/>
            <p:cNvSpPr/>
            <p:nvPr/>
          </p:nvSpPr>
          <p:spPr>
            <a:xfrm>
              <a:off x="-1275516" y="2516813"/>
              <a:ext cx="54822" cy="49802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20"/>
            <p:cNvSpPr/>
            <p:nvPr/>
          </p:nvSpPr>
          <p:spPr>
            <a:xfrm>
              <a:off x="-1067824" y="3161765"/>
              <a:ext cx="659200" cy="657841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20"/>
            <p:cNvSpPr/>
            <p:nvPr/>
          </p:nvSpPr>
          <p:spPr>
            <a:xfrm>
              <a:off x="-676683" y="3289011"/>
              <a:ext cx="136014" cy="135772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20"/>
            <p:cNvSpPr/>
            <p:nvPr/>
          </p:nvSpPr>
          <p:spPr>
            <a:xfrm>
              <a:off x="-429382" y="3134825"/>
              <a:ext cx="53836" cy="50065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20"/>
            <p:cNvSpPr/>
            <p:nvPr/>
          </p:nvSpPr>
          <p:spPr>
            <a:xfrm>
              <a:off x="-1089349" y="3791702"/>
              <a:ext cx="49912" cy="49671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20"/>
            <p:cNvSpPr/>
            <p:nvPr/>
          </p:nvSpPr>
          <p:spPr>
            <a:xfrm>
              <a:off x="-864538" y="3079499"/>
              <a:ext cx="44739" cy="33647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20"/>
            <p:cNvSpPr/>
            <p:nvPr/>
          </p:nvSpPr>
          <p:spPr>
            <a:xfrm>
              <a:off x="-1492721" y="3169086"/>
              <a:ext cx="584365" cy="571016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20"/>
            <p:cNvSpPr/>
            <p:nvPr/>
          </p:nvSpPr>
          <p:spPr>
            <a:xfrm>
              <a:off x="-1581278" y="3795976"/>
              <a:ext cx="41122" cy="33647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20"/>
            <p:cNvSpPr/>
            <p:nvPr/>
          </p:nvSpPr>
          <p:spPr>
            <a:xfrm>
              <a:off x="-1873362" y="2939014"/>
              <a:ext cx="480201" cy="479478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20"/>
            <p:cNvSpPr/>
            <p:nvPr/>
          </p:nvSpPr>
          <p:spPr>
            <a:xfrm>
              <a:off x="-414717" y="2120543"/>
              <a:ext cx="480201" cy="47989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20"/>
            <p:cNvSpPr/>
            <p:nvPr/>
          </p:nvSpPr>
          <p:spPr>
            <a:xfrm>
              <a:off x="-287757" y="2820734"/>
              <a:ext cx="217972" cy="209731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20"/>
            <p:cNvSpPr/>
            <p:nvPr/>
          </p:nvSpPr>
          <p:spPr>
            <a:xfrm>
              <a:off x="-221208" y="2878778"/>
              <a:ext cx="93204" cy="93467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3" name="Google Shape;743;p20"/>
          <p:cNvGrpSpPr/>
          <p:nvPr/>
        </p:nvGrpSpPr>
        <p:grpSpPr>
          <a:xfrm flipH="1">
            <a:off x="-693003" y="-88512"/>
            <a:ext cx="1516025" cy="1489525"/>
            <a:chOff x="-3888525" y="-3012325"/>
            <a:chExt cx="1516025" cy="1489525"/>
          </a:xfrm>
        </p:grpSpPr>
        <p:sp>
          <p:nvSpPr>
            <p:cNvPr id="744" name="Google Shape;744;p20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20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20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20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20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20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20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20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20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20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20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5" name="Google Shape;755;p20"/>
          <p:cNvGrpSpPr/>
          <p:nvPr/>
        </p:nvGrpSpPr>
        <p:grpSpPr>
          <a:xfrm flipH="1">
            <a:off x="8030519" y="1531768"/>
            <a:ext cx="1019565" cy="1290805"/>
            <a:chOff x="-4017975" y="-49702"/>
            <a:chExt cx="1162825" cy="1472177"/>
          </a:xfrm>
        </p:grpSpPr>
        <p:sp>
          <p:nvSpPr>
            <p:cNvPr id="756" name="Google Shape;756;p20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20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20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20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20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20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20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3" name="Google Shape;763;p20"/>
          <p:cNvGrpSpPr/>
          <p:nvPr/>
        </p:nvGrpSpPr>
        <p:grpSpPr>
          <a:xfrm flipH="1">
            <a:off x="-3" y="3171850"/>
            <a:ext cx="1929500" cy="2210100"/>
            <a:chOff x="295725" y="-3462825"/>
            <a:chExt cx="1929500" cy="2210100"/>
          </a:xfrm>
        </p:grpSpPr>
        <p:sp>
          <p:nvSpPr>
            <p:cNvPr id="764" name="Google Shape;764;p20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20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20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20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20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20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20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20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20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20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20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20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20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20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20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20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20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20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20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20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20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20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20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20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20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_1"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1"/>
          <p:cNvSpPr txBox="1"/>
          <p:nvPr>
            <p:ph idx="1" type="body"/>
          </p:nvPr>
        </p:nvSpPr>
        <p:spPr>
          <a:xfrm>
            <a:off x="1932150" y="1660875"/>
            <a:ext cx="5279700" cy="223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indent="-3302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○"/>
              <a:defRPr sz="12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■"/>
              <a:defRPr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●"/>
              <a:defRPr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○"/>
              <a:defRPr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■"/>
              <a:defRPr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●"/>
              <a:defRPr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○"/>
              <a:defRPr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Char char="■"/>
              <a:defRPr/>
            </a:lvl9pPr>
          </a:lstStyle>
          <a:p/>
        </p:txBody>
      </p:sp>
      <p:sp>
        <p:nvSpPr>
          <p:cNvPr id="791" name="Google Shape;791;p21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792" name="Google Shape;792;p21"/>
          <p:cNvGrpSpPr/>
          <p:nvPr/>
        </p:nvGrpSpPr>
        <p:grpSpPr>
          <a:xfrm rot="10800000">
            <a:off x="-615206" y="2336518"/>
            <a:ext cx="1803578" cy="1592367"/>
            <a:chOff x="-4912150" y="-393637"/>
            <a:chExt cx="2057000" cy="1816112"/>
          </a:xfrm>
        </p:grpSpPr>
        <p:sp>
          <p:nvSpPr>
            <p:cNvPr id="793" name="Google Shape;793;p21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21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21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21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21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21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21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21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21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21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21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21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1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21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21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21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21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21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21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"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2"/>
          <p:cNvSpPr txBox="1"/>
          <p:nvPr>
            <p:ph type="ctrTitle"/>
          </p:nvPr>
        </p:nvSpPr>
        <p:spPr>
          <a:xfrm>
            <a:off x="782850" y="1264217"/>
            <a:ext cx="3380400" cy="7125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 b="1"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14" name="Google Shape;814;p22"/>
          <p:cNvSpPr txBox="1"/>
          <p:nvPr>
            <p:ph idx="1" type="subTitle"/>
          </p:nvPr>
        </p:nvSpPr>
        <p:spPr>
          <a:xfrm>
            <a:off x="782850" y="2542667"/>
            <a:ext cx="3687900" cy="134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815" name="Google Shape;815;p22"/>
          <p:cNvSpPr txBox="1"/>
          <p:nvPr/>
        </p:nvSpPr>
        <p:spPr>
          <a:xfrm>
            <a:off x="3038500" y="3831325"/>
            <a:ext cx="45435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Tajawal"/>
                <a:ea typeface="Tajawal"/>
                <a:cs typeface="Tajawal"/>
                <a:sym typeface="Tajawal"/>
              </a:rPr>
              <a:t>CREDITS: This presentation template was created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Tajawal"/>
                <a:ea typeface="Tajawal"/>
                <a:cs typeface="Tajawal"/>
                <a:sym typeface="Tajaw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Tajawal"/>
                <a:ea typeface="Tajawal"/>
                <a:cs typeface="Tajawal"/>
                <a:sym typeface="Tajawal"/>
              </a:rPr>
              <a:t>, including icons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Tajawal"/>
                <a:ea typeface="Tajawal"/>
                <a:cs typeface="Tajawal"/>
                <a:sym typeface="Tajaw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Tajawal"/>
                <a:ea typeface="Tajawal"/>
                <a:cs typeface="Tajawal"/>
                <a:sym typeface="Tajawal"/>
              </a:rPr>
              <a:t>, and infographics &amp; images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Tajawal"/>
                <a:ea typeface="Tajawal"/>
                <a:cs typeface="Tajawal"/>
                <a:sym typeface="Tajaw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 u="sng">
              <a:solidFill>
                <a:schemeClr val="dk1"/>
              </a:solidFill>
              <a:latin typeface="Tajawal"/>
              <a:ea typeface="Tajawal"/>
              <a:cs typeface="Tajawal"/>
              <a:sym typeface="Tajawal"/>
            </a:endParaRPr>
          </a:p>
        </p:txBody>
      </p:sp>
      <p:grpSp>
        <p:nvGrpSpPr>
          <p:cNvPr id="816" name="Google Shape;816;p22"/>
          <p:cNvGrpSpPr/>
          <p:nvPr/>
        </p:nvGrpSpPr>
        <p:grpSpPr>
          <a:xfrm flipH="1">
            <a:off x="-262674" y="3935863"/>
            <a:ext cx="716725" cy="901375"/>
            <a:chOff x="-3888525" y="-2483300"/>
            <a:chExt cx="716725" cy="901375"/>
          </a:xfrm>
        </p:grpSpPr>
        <p:sp>
          <p:nvSpPr>
            <p:cNvPr id="817" name="Google Shape;817;p22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22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9" name="Google Shape;819;p22"/>
          <p:cNvGrpSpPr/>
          <p:nvPr/>
        </p:nvGrpSpPr>
        <p:grpSpPr>
          <a:xfrm flipH="1">
            <a:off x="454038" y="4456988"/>
            <a:ext cx="323925" cy="323650"/>
            <a:chOff x="1608625" y="299800"/>
            <a:chExt cx="323925" cy="323650"/>
          </a:xfrm>
        </p:grpSpPr>
        <p:sp>
          <p:nvSpPr>
            <p:cNvPr id="820" name="Google Shape;820;p22"/>
            <p:cNvSpPr/>
            <p:nvPr/>
          </p:nvSpPr>
          <p:spPr>
            <a:xfrm>
              <a:off x="1633450" y="324425"/>
              <a:ext cx="275900" cy="274200"/>
            </a:xfrm>
            <a:custGeom>
              <a:rect b="b" l="l" r="r" t="t"/>
              <a:pathLst>
                <a:path extrusionOk="0" h="10968" w="11036">
                  <a:moveTo>
                    <a:pt x="10830" y="0"/>
                  </a:moveTo>
                  <a:cubicBezTo>
                    <a:pt x="10795" y="0"/>
                    <a:pt x="10758" y="16"/>
                    <a:pt x="10725" y="54"/>
                  </a:cubicBezTo>
                  <a:lnTo>
                    <a:pt x="46" y="10733"/>
                  </a:lnTo>
                  <a:cubicBezTo>
                    <a:pt x="1" y="10789"/>
                    <a:pt x="1" y="10867"/>
                    <a:pt x="46" y="10923"/>
                  </a:cubicBezTo>
                  <a:cubicBezTo>
                    <a:pt x="79" y="10956"/>
                    <a:pt x="112" y="10968"/>
                    <a:pt x="146" y="10968"/>
                  </a:cubicBezTo>
                  <a:cubicBezTo>
                    <a:pt x="191" y="10968"/>
                    <a:pt x="224" y="10956"/>
                    <a:pt x="246" y="10923"/>
                  </a:cubicBezTo>
                  <a:lnTo>
                    <a:pt x="10926" y="254"/>
                  </a:lnTo>
                  <a:cubicBezTo>
                    <a:pt x="11036" y="153"/>
                    <a:pt x="10941" y="0"/>
                    <a:pt x="108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22"/>
            <p:cNvSpPr/>
            <p:nvPr/>
          </p:nvSpPr>
          <p:spPr>
            <a:xfrm>
              <a:off x="1875625" y="299800"/>
              <a:ext cx="56925" cy="56950"/>
            </a:xfrm>
            <a:custGeom>
              <a:rect b="b" l="l" r="r" t="t"/>
              <a:pathLst>
                <a:path extrusionOk="0" h="2278" w="2277">
                  <a:moveTo>
                    <a:pt x="1139" y="1"/>
                  </a:moveTo>
                  <a:cubicBezTo>
                    <a:pt x="514" y="1"/>
                    <a:pt x="0" y="514"/>
                    <a:pt x="0" y="1139"/>
                  </a:cubicBezTo>
                  <a:cubicBezTo>
                    <a:pt x="0" y="1764"/>
                    <a:pt x="514" y="2277"/>
                    <a:pt x="1139" y="2277"/>
                  </a:cubicBezTo>
                  <a:cubicBezTo>
                    <a:pt x="1764" y="2277"/>
                    <a:pt x="2277" y="1764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22"/>
            <p:cNvSpPr/>
            <p:nvPr/>
          </p:nvSpPr>
          <p:spPr>
            <a:xfrm>
              <a:off x="1608625" y="566800"/>
              <a:ext cx="56950" cy="56650"/>
            </a:xfrm>
            <a:custGeom>
              <a:rect b="b" l="l" r="r" t="t"/>
              <a:pathLst>
                <a:path extrusionOk="0" h="2266" w="2278">
                  <a:moveTo>
                    <a:pt x="1139" y="0"/>
                  </a:moveTo>
                  <a:cubicBezTo>
                    <a:pt x="514" y="0"/>
                    <a:pt x="1" y="503"/>
                    <a:pt x="1" y="1127"/>
                  </a:cubicBezTo>
                  <a:cubicBezTo>
                    <a:pt x="1" y="1764"/>
                    <a:pt x="514" y="2266"/>
                    <a:pt x="1139" y="2266"/>
                  </a:cubicBezTo>
                  <a:cubicBezTo>
                    <a:pt x="1775" y="2266"/>
                    <a:pt x="2277" y="1764"/>
                    <a:pt x="2277" y="1127"/>
                  </a:cubicBezTo>
                  <a:cubicBezTo>
                    <a:pt x="2277" y="503"/>
                    <a:pt x="1775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3" name="Google Shape;823;p22"/>
          <p:cNvGrpSpPr/>
          <p:nvPr/>
        </p:nvGrpSpPr>
        <p:grpSpPr>
          <a:xfrm flipH="1">
            <a:off x="7896101" y="233975"/>
            <a:ext cx="1516025" cy="1489525"/>
            <a:chOff x="-3888525" y="-3012325"/>
            <a:chExt cx="1516025" cy="1489525"/>
          </a:xfrm>
        </p:grpSpPr>
        <p:sp>
          <p:nvSpPr>
            <p:cNvPr id="824" name="Google Shape;824;p22"/>
            <p:cNvSpPr/>
            <p:nvPr/>
          </p:nvSpPr>
          <p:spPr>
            <a:xfrm>
              <a:off x="-3076125" y="-3012325"/>
              <a:ext cx="38525" cy="38250"/>
            </a:xfrm>
            <a:custGeom>
              <a:rect b="b" l="l" r="r" t="t"/>
              <a:pathLst>
                <a:path extrusionOk="0" h="1530" w="1541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22"/>
            <p:cNvSpPr/>
            <p:nvPr/>
          </p:nvSpPr>
          <p:spPr>
            <a:xfrm>
              <a:off x="-3648325" y="-2918425"/>
              <a:ext cx="523950" cy="509300"/>
            </a:xfrm>
            <a:custGeom>
              <a:rect b="b" l="l" r="r" t="t"/>
              <a:pathLst>
                <a:path extrusionOk="0" h="20372" w="20958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22"/>
            <p:cNvSpPr/>
            <p:nvPr/>
          </p:nvSpPr>
          <p:spPr>
            <a:xfrm>
              <a:off x="-3742350" y="-2353475"/>
              <a:ext cx="53025" cy="38650"/>
            </a:xfrm>
            <a:custGeom>
              <a:rect b="b" l="l" r="r" t="t"/>
              <a:pathLst>
                <a:path extrusionOk="0" h="1546" w="2121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22"/>
            <p:cNvSpPr/>
            <p:nvPr/>
          </p:nvSpPr>
          <p:spPr>
            <a:xfrm>
              <a:off x="-3719475" y="-2483300"/>
              <a:ext cx="547675" cy="547050"/>
            </a:xfrm>
            <a:custGeom>
              <a:rect b="b" l="l" r="r" t="t"/>
              <a:pathLst>
                <a:path extrusionOk="0" h="21882" w="21907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22"/>
            <p:cNvSpPr/>
            <p:nvPr/>
          </p:nvSpPr>
          <p:spPr>
            <a:xfrm>
              <a:off x="-3888525" y="-212882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22"/>
            <p:cNvSpPr/>
            <p:nvPr/>
          </p:nvSpPr>
          <p:spPr>
            <a:xfrm>
              <a:off x="-3626300" y="-1680825"/>
              <a:ext cx="184175" cy="158025"/>
            </a:xfrm>
            <a:custGeom>
              <a:rect b="b" l="l" r="r" t="t"/>
              <a:pathLst>
                <a:path extrusionOk="0" h="6321" w="7367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22"/>
            <p:cNvSpPr/>
            <p:nvPr/>
          </p:nvSpPr>
          <p:spPr>
            <a:xfrm>
              <a:off x="-3559050" y="-1636200"/>
              <a:ext cx="76175" cy="68900"/>
            </a:xfrm>
            <a:custGeom>
              <a:rect b="b" l="l" r="r" t="t"/>
              <a:pathLst>
                <a:path extrusionOk="0" h="2756" w="3047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22"/>
            <p:cNvSpPr/>
            <p:nvPr/>
          </p:nvSpPr>
          <p:spPr>
            <a:xfrm>
              <a:off x="-3151175" y="-2605875"/>
              <a:ext cx="752125" cy="750250"/>
            </a:xfrm>
            <a:custGeom>
              <a:rect b="b" l="l" r="r" t="t"/>
              <a:pathLst>
                <a:path extrusionOk="0" h="30010" w="30085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22"/>
            <p:cNvSpPr/>
            <p:nvPr/>
          </p:nvSpPr>
          <p:spPr>
            <a:xfrm>
              <a:off x="-2704800" y="-2461050"/>
              <a:ext cx="155150" cy="155150"/>
            </a:xfrm>
            <a:custGeom>
              <a:rect b="b" l="l" r="r" t="t"/>
              <a:pathLst>
                <a:path extrusionOk="0" h="6206" w="6206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22"/>
            <p:cNvSpPr/>
            <p:nvPr/>
          </p:nvSpPr>
          <p:spPr>
            <a:xfrm>
              <a:off x="-2435025" y="-2631025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22"/>
            <p:cNvSpPr/>
            <p:nvPr/>
          </p:nvSpPr>
          <p:spPr>
            <a:xfrm>
              <a:off x="-3175450" y="-1887725"/>
              <a:ext cx="56675" cy="56925"/>
            </a:xfrm>
            <a:custGeom>
              <a:rect b="b" l="l" r="r" t="t"/>
              <a:pathLst>
                <a:path extrusionOk="0" h="2277" w="2267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35" name="Google Shape;835;p22"/>
          <p:cNvGrpSpPr/>
          <p:nvPr/>
        </p:nvGrpSpPr>
        <p:grpSpPr>
          <a:xfrm flipH="1">
            <a:off x="2309235" y="-400369"/>
            <a:ext cx="1019565" cy="1290805"/>
            <a:chOff x="-4017975" y="-49702"/>
            <a:chExt cx="1162825" cy="1472177"/>
          </a:xfrm>
        </p:grpSpPr>
        <p:sp>
          <p:nvSpPr>
            <p:cNvPr id="836" name="Google Shape;836;p22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22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22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22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22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22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22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43" name="Google Shape;843;p22"/>
          <p:cNvGrpSpPr/>
          <p:nvPr/>
        </p:nvGrpSpPr>
        <p:grpSpPr>
          <a:xfrm>
            <a:off x="3698801" y="156500"/>
            <a:ext cx="873200" cy="618275"/>
            <a:chOff x="2240101" y="2000"/>
            <a:chExt cx="873200" cy="618275"/>
          </a:xfrm>
        </p:grpSpPr>
        <p:grpSp>
          <p:nvGrpSpPr>
            <p:cNvPr id="844" name="Google Shape;844;p22"/>
            <p:cNvGrpSpPr/>
            <p:nvPr/>
          </p:nvGrpSpPr>
          <p:grpSpPr>
            <a:xfrm flipH="1">
              <a:off x="2240101" y="2000"/>
              <a:ext cx="323925" cy="323650"/>
              <a:chOff x="1608625" y="299800"/>
              <a:chExt cx="323925" cy="323650"/>
            </a:xfrm>
          </p:grpSpPr>
          <p:sp>
            <p:nvSpPr>
              <p:cNvPr id="845" name="Google Shape;845;p22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" name="Google Shape;846;p22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" name="Google Shape;847;p22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48" name="Google Shape;848;p22"/>
            <p:cNvSpPr/>
            <p:nvPr/>
          </p:nvSpPr>
          <p:spPr>
            <a:xfrm flipH="1">
              <a:off x="2564026" y="73375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49" name="Google Shape;849;p22"/>
          <p:cNvGrpSpPr/>
          <p:nvPr/>
        </p:nvGrpSpPr>
        <p:grpSpPr>
          <a:xfrm flipH="1">
            <a:off x="4163242" y="3973306"/>
            <a:ext cx="1938846" cy="1720830"/>
            <a:chOff x="-4912150" y="-540150"/>
            <a:chExt cx="2211275" cy="1962625"/>
          </a:xfrm>
        </p:grpSpPr>
        <p:sp>
          <p:nvSpPr>
            <p:cNvPr id="850" name="Google Shape;850;p22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22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22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22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22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22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22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22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22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22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22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22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22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22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22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22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22"/>
            <p:cNvSpPr/>
            <p:nvPr/>
          </p:nvSpPr>
          <p:spPr>
            <a:xfrm>
              <a:off x="-3248550" y="-540150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22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22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69" name="Google Shape;869;p22"/>
          <p:cNvSpPr txBox="1"/>
          <p:nvPr/>
        </p:nvSpPr>
        <p:spPr>
          <a:xfrm>
            <a:off x="4980600" y="2573200"/>
            <a:ext cx="33804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CRÉDITS: Ce modèle de présentation a été créé par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comprenant des icônes de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des infographies et des images de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7"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7_1"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24"/>
          <p:cNvGrpSpPr/>
          <p:nvPr/>
        </p:nvGrpSpPr>
        <p:grpSpPr>
          <a:xfrm>
            <a:off x="8352588" y="816213"/>
            <a:ext cx="1040638" cy="901375"/>
            <a:chOff x="8457538" y="810363"/>
            <a:chExt cx="1040638" cy="901375"/>
          </a:xfrm>
        </p:grpSpPr>
        <p:grpSp>
          <p:nvGrpSpPr>
            <p:cNvPr id="873" name="Google Shape;873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74" name="Google Shape;874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5" name="Google Shape;875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76" name="Google Shape;876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77" name="Google Shape;877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" name="Google Shape;878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" name="Google Shape;879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80" name="Google Shape;880;p24"/>
          <p:cNvGrpSpPr/>
          <p:nvPr/>
        </p:nvGrpSpPr>
        <p:grpSpPr>
          <a:xfrm>
            <a:off x="4841575" y="4619788"/>
            <a:ext cx="1040638" cy="901375"/>
            <a:chOff x="8457538" y="810363"/>
            <a:chExt cx="1040638" cy="901375"/>
          </a:xfrm>
        </p:grpSpPr>
        <p:grpSp>
          <p:nvGrpSpPr>
            <p:cNvPr id="881" name="Google Shape;881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82" name="Google Shape;882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" name="Google Shape;883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84" name="Google Shape;884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85" name="Google Shape;885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6" name="Google Shape;886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7" name="Google Shape;887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88" name="Google Shape;888;p24"/>
          <p:cNvGrpSpPr/>
          <p:nvPr/>
        </p:nvGrpSpPr>
        <p:grpSpPr>
          <a:xfrm>
            <a:off x="8352591" y="196800"/>
            <a:ext cx="713803" cy="706547"/>
            <a:chOff x="-4017975" y="616650"/>
            <a:chExt cx="814100" cy="805825"/>
          </a:xfrm>
        </p:grpSpPr>
        <p:sp>
          <p:nvSpPr>
            <p:cNvPr id="889" name="Google Shape;889;p24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24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24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24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3" name="Google Shape;893;p24"/>
          <p:cNvGrpSpPr/>
          <p:nvPr/>
        </p:nvGrpSpPr>
        <p:grpSpPr>
          <a:xfrm rot="10800000">
            <a:off x="-728606" y="92693"/>
            <a:ext cx="1803578" cy="1592367"/>
            <a:chOff x="-4912150" y="-393637"/>
            <a:chExt cx="2057000" cy="1816112"/>
          </a:xfrm>
        </p:grpSpPr>
        <p:sp>
          <p:nvSpPr>
            <p:cNvPr id="894" name="Google Shape;894;p24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24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24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24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24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24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24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24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24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24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24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24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24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24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24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24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24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24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24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1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>
            <a:lvl1pPr indent="-3302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302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302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302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302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302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302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302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25"/>
          <p:cNvSpPr txBox="1"/>
          <p:nvPr>
            <p:ph type="ctrTitle"/>
          </p:nvPr>
        </p:nvSpPr>
        <p:spPr>
          <a:xfrm flipH="1">
            <a:off x="743375" y="2108011"/>
            <a:ext cx="6952800" cy="770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Montserrat Medium"/>
                <a:ea typeface="Montserrat Medium"/>
                <a:cs typeface="Montserrat Medium"/>
                <a:sym typeface="Montserrat Medium"/>
              </a:rPr>
              <a:t>DHCP Server</a:t>
            </a:r>
            <a:endParaRPr/>
          </a:p>
        </p:txBody>
      </p:sp>
      <p:sp>
        <p:nvSpPr>
          <p:cNvPr id="918" name="Google Shape;918;p25"/>
          <p:cNvSpPr txBox="1"/>
          <p:nvPr>
            <p:ph idx="1" type="subTitle"/>
          </p:nvPr>
        </p:nvSpPr>
        <p:spPr>
          <a:xfrm flipH="1">
            <a:off x="743375" y="3242315"/>
            <a:ext cx="6952800" cy="447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Огнян Барух, 471221021</a:t>
            </a:r>
            <a:endParaRPr/>
          </a:p>
        </p:txBody>
      </p:sp>
      <p:sp>
        <p:nvSpPr>
          <p:cNvPr id="919" name="Google Shape;919;p25"/>
          <p:cNvSpPr/>
          <p:nvPr/>
        </p:nvSpPr>
        <p:spPr>
          <a:xfrm flipH="1">
            <a:off x="-186582" y="5584563"/>
            <a:ext cx="29" cy="29"/>
          </a:xfrm>
          <a:custGeom>
            <a:rect b="b" l="l" r="r" t="t"/>
            <a:pathLst>
              <a:path extrusionOk="0" fill="none" h="1" w="1">
                <a:moveTo>
                  <a:pt x="1" y="1"/>
                </a:moveTo>
                <a:lnTo>
                  <a:pt x="1" y="1"/>
                </a:lnTo>
                <a:close/>
              </a:path>
            </a:pathLst>
          </a:custGeom>
          <a:solidFill>
            <a:schemeClr val="lt1"/>
          </a:solidFill>
          <a:ln cap="rnd" cmpd="sng" w="56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20" name="Google Shape;920;p25"/>
          <p:cNvGrpSpPr/>
          <p:nvPr/>
        </p:nvGrpSpPr>
        <p:grpSpPr>
          <a:xfrm flipH="1">
            <a:off x="5870297" y="3482200"/>
            <a:ext cx="1929500" cy="2210100"/>
            <a:chOff x="295725" y="-3462825"/>
            <a:chExt cx="1929500" cy="2210100"/>
          </a:xfrm>
        </p:grpSpPr>
        <p:sp>
          <p:nvSpPr>
            <p:cNvPr id="921" name="Google Shape;921;p25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25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25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25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25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25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25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25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25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25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25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25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25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25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25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25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25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25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25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25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25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25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25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25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25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46" name="Google Shape;946;p25"/>
          <p:cNvGrpSpPr/>
          <p:nvPr/>
        </p:nvGrpSpPr>
        <p:grpSpPr>
          <a:xfrm>
            <a:off x="948060" y="3973813"/>
            <a:ext cx="1040638" cy="901375"/>
            <a:chOff x="948060" y="3972813"/>
            <a:chExt cx="1040638" cy="901375"/>
          </a:xfrm>
        </p:grpSpPr>
        <p:grpSp>
          <p:nvGrpSpPr>
            <p:cNvPr id="947" name="Google Shape;947;p25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948" name="Google Shape;948;p25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" name="Google Shape;949;p25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0" name="Google Shape;950;p25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951" name="Google Shape;951;p25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" name="Google Shape;952;p25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" name="Google Shape;953;p25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54" name="Google Shape;954;p25"/>
          <p:cNvGrpSpPr/>
          <p:nvPr/>
        </p:nvGrpSpPr>
        <p:grpSpPr>
          <a:xfrm>
            <a:off x="844385" y="2929368"/>
            <a:ext cx="4208350" cy="192185"/>
            <a:chOff x="948060" y="2996029"/>
            <a:chExt cx="4208350" cy="192185"/>
          </a:xfrm>
        </p:grpSpPr>
        <p:sp>
          <p:nvSpPr>
            <p:cNvPr id="955" name="Google Shape;955;p25"/>
            <p:cNvSpPr/>
            <p:nvPr/>
          </p:nvSpPr>
          <p:spPr>
            <a:xfrm flipH="1" rot="-2700000">
              <a:off x="1692865" y="3024234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956" name="Google Shape;956;p25"/>
            <p:cNvCxnSpPr>
              <a:stCxn id="957" idx="6"/>
              <a:endCxn id="958" idx="2"/>
            </p:cNvCxnSpPr>
            <p:nvPr/>
          </p:nvCxnSpPr>
          <p:spPr>
            <a:xfrm rot="10800000">
              <a:off x="1005010" y="3091118"/>
              <a:ext cx="40944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957" name="Google Shape;957;p25"/>
            <p:cNvSpPr/>
            <p:nvPr/>
          </p:nvSpPr>
          <p:spPr>
            <a:xfrm flipH="1">
              <a:off x="5099410" y="306261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25"/>
            <p:cNvSpPr/>
            <p:nvPr/>
          </p:nvSpPr>
          <p:spPr>
            <a:xfrm flipH="1">
              <a:off x="948060" y="306264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2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26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Съдържание</a:t>
            </a:r>
            <a:endParaRPr/>
          </a:p>
        </p:txBody>
      </p:sp>
      <p:sp>
        <p:nvSpPr>
          <p:cNvPr id="964" name="Google Shape;964;p26"/>
          <p:cNvSpPr txBox="1"/>
          <p:nvPr>
            <p:ph idx="2" type="title"/>
          </p:nvPr>
        </p:nvSpPr>
        <p:spPr>
          <a:xfrm flipH="1">
            <a:off x="1033550" y="1377577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</a:t>
            </a:r>
            <a:r>
              <a:rPr lang="en"/>
              <a:t>1</a:t>
            </a:r>
            <a:endParaRPr/>
          </a:p>
        </p:txBody>
      </p:sp>
      <p:sp>
        <p:nvSpPr>
          <p:cNvPr id="965" name="Google Shape;965;p26"/>
          <p:cNvSpPr txBox="1"/>
          <p:nvPr>
            <p:ph idx="1" type="subTitle"/>
          </p:nvPr>
        </p:nvSpPr>
        <p:spPr>
          <a:xfrm>
            <a:off x="1033550" y="2480675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Какво е DHCP?</a:t>
            </a:r>
            <a:endParaRPr/>
          </a:p>
        </p:txBody>
      </p:sp>
      <p:sp>
        <p:nvSpPr>
          <p:cNvPr id="966" name="Google Shape;966;p26"/>
          <p:cNvSpPr txBox="1"/>
          <p:nvPr>
            <p:ph idx="3" type="subTitle"/>
          </p:nvPr>
        </p:nvSpPr>
        <p:spPr>
          <a:xfrm>
            <a:off x="1033550" y="1945416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Теоретична част</a:t>
            </a:r>
            <a:endParaRPr/>
          </a:p>
        </p:txBody>
      </p:sp>
      <p:sp>
        <p:nvSpPr>
          <p:cNvPr id="967" name="Google Shape;967;p26"/>
          <p:cNvSpPr txBox="1"/>
          <p:nvPr>
            <p:ph idx="4" type="title"/>
          </p:nvPr>
        </p:nvSpPr>
        <p:spPr>
          <a:xfrm flipH="1">
            <a:off x="1033525" y="3039450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68" name="Google Shape;968;p26"/>
          <p:cNvSpPr txBox="1"/>
          <p:nvPr>
            <p:ph idx="5" type="subTitle"/>
          </p:nvPr>
        </p:nvSpPr>
        <p:spPr>
          <a:xfrm>
            <a:off x="1033550" y="4167675"/>
            <a:ext cx="34380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Как е изградена комуникацията?</a:t>
            </a:r>
            <a:endParaRPr/>
          </a:p>
        </p:txBody>
      </p:sp>
      <p:sp>
        <p:nvSpPr>
          <p:cNvPr id="969" name="Google Shape;969;p26"/>
          <p:cNvSpPr txBox="1"/>
          <p:nvPr>
            <p:ph idx="6" type="subTitle"/>
          </p:nvPr>
        </p:nvSpPr>
        <p:spPr>
          <a:xfrm>
            <a:off x="1033550" y="3613450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Архитектура</a:t>
            </a:r>
            <a:endParaRPr/>
          </a:p>
        </p:txBody>
      </p:sp>
      <p:grpSp>
        <p:nvGrpSpPr>
          <p:cNvPr id="970" name="Google Shape;970;p26"/>
          <p:cNvGrpSpPr/>
          <p:nvPr/>
        </p:nvGrpSpPr>
        <p:grpSpPr>
          <a:xfrm rot="10800000">
            <a:off x="7379194" y="-538557"/>
            <a:ext cx="1803578" cy="1592367"/>
            <a:chOff x="-4912150" y="-393637"/>
            <a:chExt cx="2057000" cy="1816112"/>
          </a:xfrm>
        </p:grpSpPr>
        <p:sp>
          <p:nvSpPr>
            <p:cNvPr id="971" name="Google Shape;971;p26"/>
            <p:cNvSpPr/>
            <p:nvPr/>
          </p:nvSpPr>
          <p:spPr>
            <a:xfrm>
              <a:off x="-4604150" y="-280425"/>
              <a:ext cx="858750" cy="1117575"/>
            </a:xfrm>
            <a:custGeom>
              <a:rect b="b" l="l" r="r" t="t"/>
              <a:pathLst>
                <a:path extrusionOk="0" h="44703" w="3435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26"/>
            <p:cNvSpPr/>
            <p:nvPr/>
          </p:nvSpPr>
          <p:spPr>
            <a:xfrm>
              <a:off x="-3780300" y="-305525"/>
              <a:ext cx="62525" cy="57000"/>
            </a:xfrm>
            <a:custGeom>
              <a:rect b="b" l="l" r="r" t="t"/>
              <a:pathLst>
                <a:path extrusionOk="0" h="2280" w="2501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26"/>
            <p:cNvSpPr/>
            <p:nvPr/>
          </p:nvSpPr>
          <p:spPr>
            <a:xfrm>
              <a:off x="-4199050" y="281125"/>
              <a:ext cx="155150" cy="154850"/>
            </a:xfrm>
            <a:custGeom>
              <a:rect b="b" l="l" r="r" t="t"/>
              <a:pathLst>
                <a:path extrusionOk="0" h="6194" w="6206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26"/>
            <p:cNvSpPr/>
            <p:nvPr/>
          </p:nvSpPr>
          <p:spPr>
            <a:xfrm>
              <a:off x="-4514575" y="97000"/>
              <a:ext cx="740775" cy="896950"/>
            </a:xfrm>
            <a:custGeom>
              <a:rect b="b" l="l" r="r" t="t"/>
              <a:pathLst>
                <a:path extrusionOk="0" h="35878" w="29631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26"/>
            <p:cNvSpPr/>
            <p:nvPr/>
          </p:nvSpPr>
          <p:spPr>
            <a:xfrm>
              <a:off x="-3809300" y="72075"/>
              <a:ext cx="61400" cy="56825"/>
            </a:xfrm>
            <a:custGeom>
              <a:rect b="b" l="l" r="r" t="t"/>
              <a:pathLst>
                <a:path extrusionOk="0" h="2273" w="2456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26"/>
            <p:cNvSpPr/>
            <p:nvPr/>
          </p:nvSpPr>
          <p:spPr>
            <a:xfrm>
              <a:off x="-4203525" y="-330075"/>
              <a:ext cx="275400" cy="273925"/>
            </a:xfrm>
            <a:custGeom>
              <a:rect b="b" l="l" r="r" t="t"/>
              <a:pathLst>
                <a:path extrusionOk="0" h="10957" w="11016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26"/>
            <p:cNvSpPr/>
            <p:nvPr/>
          </p:nvSpPr>
          <p:spPr>
            <a:xfrm>
              <a:off x="-3964425" y="-355100"/>
              <a:ext cx="64750" cy="56950"/>
            </a:xfrm>
            <a:custGeom>
              <a:rect b="b" l="l" r="r" t="t"/>
              <a:pathLst>
                <a:path extrusionOk="0" h="2278" w="259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26"/>
            <p:cNvSpPr/>
            <p:nvPr/>
          </p:nvSpPr>
          <p:spPr>
            <a:xfrm>
              <a:off x="-4230300" y="-88200"/>
              <a:ext cx="62525" cy="56800"/>
            </a:xfrm>
            <a:custGeom>
              <a:rect b="b" l="l" r="r" t="t"/>
              <a:pathLst>
                <a:path extrusionOk="0" h="2272" w="2501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26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26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26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26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26"/>
            <p:cNvSpPr/>
            <p:nvPr/>
          </p:nvSpPr>
          <p:spPr>
            <a:xfrm>
              <a:off x="-3761575" y="553550"/>
              <a:ext cx="51025" cy="38375"/>
            </a:xfrm>
            <a:custGeom>
              <a:rect b="b" l="l" r="r" t="t"/>
              <a:pathLst>
                <a:path extrusionOk="0" h="1535" w="2041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26"/>
            <p:cNvSpPr/>
            <p:nvPr/>
          </p:nvSpPr>
          <p:spPr>
            <a:xfrm>
              <a:off x="-4478025" y="655725"/>
              <a:ext cx="666475" cy="651250"/>
            </a:xfrm>
            <a:custGeom>
              <a:rect b="b" l="l" r="r" t="t"/>
              <a:pathLst>
                <a:path extrusionOk="0" h="26050" w="26659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26"/>
            <p:cNvSpPr/>
            <p:nvPr/>
          </p:nvSpPr>
          <p:spPr>
            <a:xfrm>
              <a:off x="-4579025" y="1370700"/>
              <a:ext cx="46900" cy="38375"/>
            </a:xfrm>
            <a:custGeom>
              <a:rect b="b" l="l" r="r" t="t"/>
              <a:pathLst>
                <a:path extrusionOk="0" h="1535" w="1876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26"/>
            <p:cNvSpPr/>
            <p:nvPr/>
          </p:nvSpPr>
          <p:spPr>
            <a:xfrm>
              <a:off x="-4912150" y="393325"/>
              <a:ext cx="547675" cy="546850"/>
            </a:xfrm>
            <a:custGeom>
              <a:rect b="b" l="l" r="r" t="t"/>
              <a:pathLst>
                <a:path extrusionOk="0" h="21874" w="21907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26"/>
            <p:cNvSpPr/>
            <p:nvPr/>
          </p:nvSpPr>
          <p:spPr>
            <a:xfrm>
              <a:off x="-3508415" y="-393637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26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26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0" name="Google Shape;990;p26"/>
          <p:cNvSpPr txBox="1"/>
          <p:nvPr>
            <p:ph idx="7" type="title"/>
          </p:nvPr>
        </p:nvSpPr>
        <p:spPr>
          <a:xfrm flipH="1">
            <a:off x="7169950" y="1377578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91" name="Google Shape;991;p26"/>
          <p:cNvSpPr txBox="1"/>
          <p:nvPr>
            <p:ph idx="8" type="subTitle"/>
          </p:nvPr>
        </p:nvSpPr>
        <p:spPr>
          <a:xfrm>
            <a:off x="4000500" y="2480675"/>
            <a:ext cx="41100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Конфигурация на сървър и клиенти</a:t>
            </a:r>
            <a:endParaRPr/>
          </a:p>
        </p:txBody>
      </p:sp>
      <p:sp>
        <p:nvSpPr>
          <p:cNvPr id="992" name="Google Shape;992;p26"/>
          <p:cNvSpPr txBox="1"/>
          <p:nvPr>
            <p:ph idx="9" type="subTitle"/>
          </p:nvPr>
        </p:nvSpPr>
        <p:spPr>
          <a:xfrm>
            <a:off x="4917550" y="1945416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 и Клиент</a:t>
            </a:r>
            <a:endParaRPr/>
          </a:p>
        </p:txBody>
      </p:sp>
      <p:sp>
        <p:nvSpPr>
          <p:cNvPr id="993" name="Google Shape;993;p26"/>
          <p:cNvSpPr txBox="1"/>
          <p:nvPr>
            <p:ph idx="13" type="title"/>
          </p:nvPr>
        </p:nvSpPr>
        <p:spPr>
          <a:xfrm flipH="1">
            <a:off x="7169950" y="3039450"/>
            <a:ext cx="9405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994" name="Google Shape;994;p26"/>
          <p:cNvSpPr txBox="1"/>
          <p:nvPr>
            <p:ph idx="14" type="subTitle"/>
          </p:nvPr>
        </p:nvSpPr>
        <p:spPr>
          <a:xfrm>
            <a:off x="5474325" y="4167677"/>
            <a:ext cx="2636100" cy="38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Как работи?</a:t>
            </a:r>
            <a:endParaRPr/>
          </a:p>
        </p:txBody>
      </p:sp>
      <p:sp>
        <p:nvSpPr>
          <p:cNvPr id="995" name="Google Shape;995;p26"/>
          <p:cNvSpPr txBox="1"/>
          <p:nvPr>
            <p:ph idx="15" type="subTitle"/>
          </p:nvPr>
        </p:nvSpPr>
        <p:spPr>
          <a:xfrm>
            <a:off x="4917550" y="3613450"/>
            <a:ext cx="3192900" cy="3384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Демо</a:t>
            </a:r>
            <a:endParaRPr/>
          </a:p>
        </p:txBody>
      </p:sp>
      <p:grpSp>
        <p:nvGrpSpPr>
          <p:cNvPr id="996" name="Google Shape;996;p26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997" name="Google Shape;997;p26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998" name="Google Shape;998;p26"/>
              <p:cNvSpPr/>
              <p:nvPr/>
            </p:nvSpPr>
            <p:spPr>
              <a:xfrm flipH="1" rot="-2700000">
                <a:off x="45080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999" name="Google Shape;999;p26"/>
              <p:cNvCxnSpPr>
                <a:stCxn id="1000" idx="6"/>
                <a:endCxn id="1001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01" name="Google Shape;1001;p26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00" name="Google Shape;1000;p26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2" name="Google Shape;1002;p26"/>
          <p:cNvGrpSpPr/>
          <p:nvPr/>
        </p:nvGrpSpPr>
        <p:grpSpPr>
          <a:xfrm>
            <a:off x="1148150" y="2282921"/>
            <a:ext cx="6847800" cy="192185"/>
            <a:chOff x="1148150" y="2347308"/>
            <a:chExt cx="6847800" cy="192185"/>
          </a:xfrm>
        </p:grpSpPr>
        <p:cxnSp>
          <p:nvCxnSpPr>
            <p:cNvPr id="1003" name="Google Shape;1003;p26"/>
            <p:cNvCxnSpPr>
              <a:stCxn id="1004" idx="2"/>
              <a:endCxn id="1005" idx="6"/>
            </p:cNvCxnSpPr>
            <p:nvPr/>
          </p:nvCxnSpPr>
          <p:spPr>
            <a:xfrm>
              <a:off x="1205150" y="2443408"/>
              <a:ext cx="67338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04" name="Google Shape;1004;p26"/>
            <p:cNvSpPr/>
            <p:nvPr/>
          </p:nvSpPr>
          <p:spPr>
            <a:xfrm flipH="1">
              <a:off x="1148150" y="241490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26"/>
            <p:cNvSpPr/>
            <p:nvPr/>
          </p:nvSpPr>
          <p:spPr>
            <a:xfrm flipH="1">
              <a:off x="7938950" y="241490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26"/>
            <p:cNvSpPr/>
            <p:nvPr/>
          </p:nvSpPr>
          <p:spPr>
            <a:xfrm flipH="1" rot="-2700000">
              <a:off x="4062342" y="2375513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07" name="Google Shape;1007;p26"/>
          <p:cNvGrpSpPr/>
          <p:nvPr/>
        </p:nvGrpSpPr>
        <p:grpSpPr>
          <a:xfrm>
            <a:off x="1148150" y="3957025"/>
            <a:ext cx="6847800" cy="192185"/>
            <a:chOff x="1148150" y="2347308"/>
            <a:chExt cx="6847800" cy="192185"/>
          </a:xfrm>
        </p:grpSpPr>
        <p:cxnSp>
          <p:nvCxnSpPr>
            <p:cNvPr id="1008" name="Google Shape;1008;p26"/>
            <p:cNvCxnSpPr>
              <a:stCxn id="1009" idx="2"/>
              <a:endCxn id="1010" idx="6"/>
            </p:cNvCxnSpPr>
            <p:nvPr/>
          </p:nvCxnSpPr>
          <p:spPr>
            <a:xfrm>
              <a:off x="1205150" y="2443408"/>
              <a:ext cx="67338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09" name="Google Shape;1009;p26"/>
            <p:cNvSpPr/>
            <p:nvPr/>
          </p:nvSpPr>
          <p:spPr>
            <a:xfrm flipH="1">
              <a:off x="1148150" y="241490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26"/>
            <p:cNvSpPr/>
            <p:nvPr/>
          </p:nvSpPr>
          <p:spPr>
            <a:xfrm flipH="1">
              <a:off x="7938950" y="241490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26"/>
            <p:cNvSpPr/>
            <p:nvPr/>
          </p:nvSpPr>
          <p:spPr>
            <a:xfrm rot="-8100000">
              <a:off x="5353817" y="2375513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5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p27"/>
          <p:cNvSpPr txBox="1"/>
          <p:nvPr>
            <p:ph type="title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017" name="Google Shape;1017;p27"/>
          <p:cNvSpPr txBox="1"/>
          <p:nvPr>
            <p:ph idx="2" type="title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Montserrat Medium"/>
                <a:ea typeface="Montserrat Medium"/>
                <a:cs typeface="Montserrat Medium"/>
                <a:sym typeface="Montserrat Medium"/>
              </a:rPr>
              <a:t>Теоретична част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018" name="Google Shape;1018;p27"/>
          <p:cNvGrpSpPr/>
          <p:nvPr/>
        </p:nvGrpSpPr>
        <p:grpSpPr>
          <a:xfrm>
            <a:off x="2972897" y="2089316"/>
            <a:ext cx="3478000" cy="192185"/>
            <a:chOff x="4788672" y="2177404"/>
            <a:chExt cx="3478000" cy="192185"/>
          </a:xfrm>
        </p:grpSpPr>
        <p:sp>
          <p:nvSpPr>
            <p:cNvPr id="1019" name="Google Shape;1019;p27"/>
            <p:cNvSpPr/>
            <p:nvPr/>
          </p:nvSpPr>
          <p:spPr>
            <a:xfrm flipH="1" rot="-2700000">
              <a:off x="7250940" y="2205609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020" name="Google Shape;1020;p27"/>
            <p:cNvCxnSpPr>
              <a:stCxn id="1021" idx="6"/>
              <a:endCxn id="1022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22" name="Google Shape;1022;p27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27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3" name="Google Shape;1023;p27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024" name="Google Shape;1024;p27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27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27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27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27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27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27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27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27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27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27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27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27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27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27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27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27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27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27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27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27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27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27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27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27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9" name="Google Shape;1049;p27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050" name="Google Shape;1050;p27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51" name="Google Shape;1051;p27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052" name="Google Shape;1052;p2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" name="Google Shape;1053;p2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" name="Google Shape;1054;p2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28"/>
          <p:cNvSpPr txBox="1"/>
          <p:nvPr>
            <p:ph idx="5" type="subTitle"/>
          </p:nvPr>
        </p:nvSpPr>
        <p:spPr>
          <a:xfrm>
            <a:off x="6049950" y="2723562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Къде се прилага?</a:t>
            </a:r>
            <a:endParaRPr/>
          </a:p>
        </p:txBody>
      </p:sp>
      <p:sp>
        <p:nvSpPr>
          <p:cNvPr id="1060" name="Google Shape;1060;p28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</a:t>
            </a:r>
            <a:endParaRPr/>
          </a:p>
        </p:txBody>
      </p:sp>
      <p:sp>
        <p:nvSpPr>
          <p:cNvPr id="1061" name="Google Shape;1061;p28"/>
          <p:cNvSpPr txBox="1"/>
          <p:nvPr>
            <p:ph idx="1" type="subTitle"/>
          </p:nvPr>
        </p:nvSpPr>
        <p:spPr>
          <a:xfrm>
            <a:off x="782850" y="2723562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Какво представлява?</a:t>
            </a:r>
            <a:endParaRPr/>
          </a:p>
        </p:txBody>
      </p:sp>
      <p:grpSp>
        <p:nvGrpSpPr>
          <p:cNvPr id="1062" name="Google Shape;1062;p28"/>
          <p:cNvGrpSpPr/>
          <p:nvPr/>
        </p:nvGrpSpPr>
        <p:grpSpPr>
          <a:xfrm>
            <a:off x="1611150" y="1050283"/>
            <a:ext cx="5921700" cy="192184"/>
            <a:chOff x="902597" y="1069304"/>
            <a:chExt cx="5921700" cy="192184"/>
          </a:xfrm>
        </p:grpSpPr>
        <p:grpSp>
          <p:nvGrpSpPr>
            <p:cNvPr id="1063" name="Google Shape;1063;p28"/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64" name="Google Shape;1064;p28"/>
              <p:cNvSpPr/>
              <p:nvPr/>
            </p:nvSpPr>
            <p:spPr>
              <a:xfrm flipH="1" rot="-2700000">
                <a:off x="3212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065" name="Google Shape;1065;p28"/>
              <p:cNvCxnSpPr>
                <a:stCxn id="1066" idx="6"/>
                <a:endCxn id="106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067" name="Google Shape;1067;p28"/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66" name="Google Shape;1066;p28"/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8" name="Google Shape;1068;p28"/>
          <p:cNvSpPr/>
          <p:nvPr/>
        </p:nvSpPr>
        <p:spPr>
          <a:xfrm>
            <a:off x="7033881" y="2247418"/>
            <a:ext cx="343335" cy="343303"/>
          </a:xfrm>
          <a:custGeom>
            <a:rect b="b" l="l" r="r" t="t"/>
            <a:pathLst>
              <a:path extrusionOk="0" h="10811" w="10812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9" name="Google Shape;1069;p28"/>
          <p:cNvSpPr txBox="1"/>
          <p:nvPr>
            <p:ph idx="3" type="subTitle"/>
          </p:nvPr>
        </p:nvSpPr>
        <p:spPr>
          <a:xfrm>
            <a:off x="3416400" y="2723562"/>
            <a:ext cx="2311200" cy="766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Какви са му ползите?</a:t>
            </a:r>
            <a:endParaRPr/>
          </a:p>
        </p:txBody>
      </p:sp>
      <p:grpSp>
        <p:nvGrpSpPr>
          <p:cNvPr id="1070" name="Google Shape;1070;p28"/>
          <p:cNvGrpSpPr/>
          <p:nvPr/>
        </p:nvGrpSpPr>
        <p:grpSpPr>
          <a:xfrm>
            <a:off x="6541944" y="4287300"/>
            <a:ext cx="713803" cy="706547"/>
            <a:chOff x="-4017975" y="616650"/>
            <a:chExt cx="814100" cy="805825"/>
          </a:xfrm>
        </p:grpSpPr>
        <p:sp>
          <p:nvSpPr>
            <p:cNvPr id="1071" name="Google Shape;1071;p28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" name="Google Shape;1072;p28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28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" name="Google Shape;1074;p28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75" name="Google Shape;1075;p28"/>
          <p:cNvGrpSpPr/>
          <p:nvPr/>
        </p:nvGrpSpPr>
        <p:grpSpPr>
          <a:xfrm>
            <a:off x="7462488" y="3721438"/>
            <a:ext cx="1040638" cy="901375"/>
            <a:chOff x="8457538" y="810363"/>
            <a:chExt cx="1040638" cy="901375"/>
          </a:xfrm>
        </p:grpSpPr>
        <p:grpSp>
          <p:nvGrpSpPr>
            <p:cNvPr id="1076" name="Google Shape;1076;p28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77" name="Google Shape;1077;p2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" name="Google Shape;1078;p2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9" name="Google Shape;1079;p28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80" name="Google Shape;1080;p2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" name="Google Shape;1081;p2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" name="Google Shape;1082;p2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83" name="Google Shape;1083;p28"/>
          <p:cNvGrpSpPr/>
          <p:nvPr/>
        </p:nvGrpSpPr>
        <p:grpSpPr>
          <a:xfrm>
            <a:off x="1756826" y="2254782"/>
            <a:ext cx="363243" cy="328585"/>
            <a:chOff x="2633105" y="2431859"/>
            <a:chExt cx="363243" cy="328585"/>
          </a:xfrm>
        </p:grpSpPr>
        <p:sp>
          <p:nvSpPr>
            <p:cNvPr id="1084" name="Google Shape;1084;p28"/>
            <p:cNvSpPr/>
            <p:nvPr/>
          </p:nvSpPr>
          <p:spPr>
            <a:xfrm>
              <a:off x="2633105" y="2498260"/>
              <a:ext cx="250462" cy="262184"/>
            </a:xfrm>
            <a:custGeom>
              <a:rect b="b" l="l" r="r" t="t"/>
              <a:pathLst>
                <a:path extrusionOk="0" h="8276" w="7906">
                  <a:moveTo>
                    <a:pt x="5322" y="6644"/>
                  </a:moveTo>
                  <a:lnTo>
                    <a:pt x="5465" y="7263"/>
                  </a:lnTo>
                  <a:lnTo>
                    <a:pt x="4560" y="7263"/>
                  </a:lnTo>
                  <a:lnTo>
                    <a:pt x="4691" y="6644"/>
                  </a:lnTo>
                  <a:close/>
                  <a:moveTo>
                    <a:pt x="6465" y="7608"/>
                  </a:moveTo>
                  <a:lnTo>
                    <a:pt x="6465" y="7954"/>
                  </a:lnTo>
                  <a:lnTo>
                    <a:pt x="3548" y="7954"/>
                  </a:lnTo>
                  <a:lnTo>
                    <a:pt x="3548" y="760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6489"/>
                  </a:lnTo>
                  <a:cubicBezTo>
                    <a:pt x="0" y="6585"/>
                    <a:pt x="84" y="6656"/>
                    <a:pt x="167" y="6656"/>
                  </a:cubicBezTo>
                  <a:lnTo>
                    <a:pt x="4346" y="6656"/>
                  </a:lnTo>
                  <a:lnTo>
                    <a:pt x="4203" y="7287"/>
                  </a:lnTo>
                  <a:lnTo>
                    <a:pt x="3370" y="7287"/>
                  </a:lnTo>
                  <a:cubicBezTo>
                    <a:pt x="3274" y="7287"/>
                    <a:pt x="3203" y="7358"/>
                    <a:pt x="3203" y="7442"/>
                  </a:cubicBezTo>
                  <a:lnTo>
                    <a:pt x="3203" y="8120"/>
                  </a:lnTo>
                  <a:cubicBezTo>
                    <a:pt x="3203" y="8204"/>
                    <a:pt x="3274" y="8275"/>
                    <a:pt x="3370" y="8275"/>
                  </a:cubicBezTo>
                  <a:lnTo>
                    <a:pt x="6632" y="8275"/>
                  </a:lnTo>
                  <a:cubicBezTo>
                    <a:pt x="6715" y="8275"/>
                    <a:pt x="6787" y="8204"/>
                    <a:pt x="6787" y="8120"/>
                  </a:cubicBezTo>
                  <a:lnTo>
                    <a:pt x="6787" y="7442"/>
                  </a:lnTo>
                  <a:cubicBezTo>
                    <a:pt x="6787" y="7358"/>
                    <a:pt x="6715" y="7287"/>
                    <a:pt x="6632" y="7287"/>
                  </a:cubicBezTo>
                  <a:lnTo>
                    <a:pt x="5787" y="7287"/>
                  </a:lnTo>
                  <a:lnTo>
                    <a:pt x="5644" y="6656"/>
                  </a:lnTo>
                  <a:lnTo>
                    <a:pt x="7727" y="6656"/>
                  </a:lnTo>
                  <a:cubicBezTo>
                    <a:pt x="7823" y="6656"/>
                    <a:pt x="7894" y="6585"/>
                    <a:pt x="7894" y="6489"/>
                  </a:cubicBezTo>
                  <a:cubicBezTo>
                    <a:pt x="7906" y="6394"/>
                    <a:pt x="7834" y="6311"/>
                    <a:pt x="7739" y="6311"/>
                  </a:cubicBezTo>
                  <a:lnTo>
                    <a:pt x="345" y="6311"/>
                  </a:lnTo>
                  <a:lnTo>
                    <a:pt x="345" y="334"/>
                  </a:lnTo>
                  <a:lnTo>
                    <a:pt x="4763" y="334"/>
                  </a:lnTo>
                  <a:cubicBezTo>
                    <a:pt x="4858" y="334"/>
                    <a:pt x="4929" y="262"/>
                    <a:pt x="4929" y="167"/>
                  </a:cubicBezTo>
                  <a:cubicBezTo>
                    <a:pt x="4929" y="72"/>
                    <a:pt x="4858" y="0"/>
                    <a:pt x="4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28"/>
            <p:cNvSpPr/>
            <p:nvPr/>
          </p:nvSpPr>
          <p:spPr>
            <a:xfrm>
              <a:off x="2772655" y="2680800"/>
              <a:ext cx="38491" cy="10613"/>
            </a:xfrm>
            <a:custGeom>
              <a:rect b="b" l="l" r="r" t="t"/>
              <a:pathLst>
                <a:path extrusionOk="0" h="335" w="1215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048" y="334"/>
                  </a:lnTo>
                  <a:cubicBezTo>
                    <a:pt x="1132" y="334"/>
                    <a:pt x="1215" y="251"/>
                    <a:pt x="1215" y="168"/>
                  </a:cubicBezTo>
                  <a:cubicBezTo>
                    <a:pt x="1215" y="72"/>
                    <a:pt x="1132" y="1"/>
                    <a:pt x="10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28"/>
            <p:cNvSpPr/>
            <p:nvPr/>
          </p:nvSpPr>
          <p:spPr>
            <a:xfrm>
              <a:off x="2729286" y="2583131"/>
              <a:ext cx="35862" cy="35862"/>
            </a:xfrm>
            <a:custGeom>
              <a:rect b="b" l="l" r="r" t="t"/>
              <a:pathLst>
                <a:path extrusionOk="0" h="1132" w="1132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28"/>
            <p:cNvSpPr/>
            <p:nvPr/>
          </p:nvSpPr>
          <p:spPr>
            <a:xfrm>
              <a:off x="2774176" y="2583131"/>
              <a:ext cx="35482" cy="35862"/>
            </a:xfrm>
            <a:custGeom>
              <a:rect b="b" l="l" r="r" t="t"/>
              <a:pathLst>
                <a:path extrusionOk="0" h="1132" w="1120">
                  <a:moveTo>
                    <a:pt x="786" y="334"/>
                  </a:moveTo>
                  <a:lnTo>
                    <a:pt x="786" y="810"/>
                  </a:lnTo>
                  <a:lnTo>
                    <a:pt x="333" y="810"/>
                  </a:lnTo>
                  <a:lnTo>
                    <a:pt x="333" y="334"/>
                  </a:lnTo>
                  <a:close/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72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19" y="84"/>
                    <a:pt x="1036" y="0"/>
                    <a:pt x="9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28"/>
            <p:cNvSpPr/>
            <p:nvPr/>
          </p:nvSpPr>
          <p:spPr>
            <a:xfrm>
              <a:off x="2817926" y="2583131"/>
              <a:ext cx="35862" cy="35862"/>
            </a:xfrm>
            <a:custGeom>
              <a:rect b="b" l="l" r="r" t="t"/>
              <a:pathLst>
                <a:path extrusionOk="0" h="1132" w="1132">
                  <a:moveTo>
                    <a:pt x="798" y="334"/>
                  </a:moveTo>
                  <a:lnTo>
                    <a:pt x="798" y="810"/>
                  </a:lnTo>
                  <a:lnTo>
                    <a:pt x="334" y="810"/>
                  </a:lnTo>
                  <a:lnTo>
                    <a:pt x="334" y="334"/>
                  </a:lnTo>
                  <a:close/>
                  <a:moveTo>
                    <a:pt x="167" y="0"/>
                  </a:moveTo>
                  <a:cubicBezTo>
                    <a:pt x="84" y="0"/>
                    <a:pt x="0" y="84"/>
                    <a:pt x="0" y="167"/>
                  </a:cubicBezTo>
                  <a:lnTo>
                    <a:pt x="0" y="977"/>
                  </a:lnTo>
                  <a:cubicBezTo>
                    <a:pt x="0" y="1060"/>
                    <a:pt x="84" y="1131"/>
                    <a:pt x="167" y="1131"/>
                  </a:cubicBezTo>
                  <a:lnTo>
                    <a:pt x="953" y="1131"/>
                  </a:lnTo>
                  <a:cubicBezTo>
                    <a:pt x="1048" y="1131"/>
                    <a:pt x="1119" y="1060"/>
                    <a:pt x="1119" y="977"/>
                  </a:cubicBezTo>
                  <a:lnTo>
                    <a:pt x="1119" y="167"/>
                  </a:lnTo>
                  <a:cubicBezTo>
                    <a:pt x="1131" y="84"/>
                    <a:pt x="1060" y="0"/>
                    <a:pt x="9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" name="Google Shape;1089;p28"/>
            <p:cNvSpPr/>
            <p:nvPr/>
          </p:nvSpPr>
          <p:spPr>
            <a:xfrm>
              <a:off x="2653475" y="2431859"/>
              <a:ext cx="342873" cy="275394"/>
            </a:xfrm>
            <a:custGeom>
              <a:rect b="b" l="l" r="r" t="t"/>
              <a:pathLst>
                <a:path extrusionOk="0" h="8693" w="10823">
                  <a:moveTo>
                    <a:pt x="6429" y="3001"/>
                  </a:moveTo>
                  <a:cubicBezTo>
                    <a:pt x="6715" y="3870"/>
                    <a:pt x="7489" y="4513"/>
                    <a:pt x="8406" y="4585"/>
                  </a:cubicBezTo>
                  <a:lnTo>
                    <a:pt x="8406" y="7359"/>
                  </a:lnTo>
                  <a:lnTo>
                    <a:pt x="310" y="7359"/>
                  </a:lnTo>
                  <a:lnTo>
                    <a:pt x="310" y="3001"/>
                  </a:lnTo>
                  <a:close/>
                  <a:moveTo>
                    <a:pt x="8608" y="1"/>
                  </a:moveTo>
                  <a:cubicBezTo>
                    <a:pt x="7430" y="1"/>
                    <a:pt x="6477" y="906"/>
                    <a:pt x="6358" y="2073"/>
                  </a:cubicBezTo>
                  <a:lnTo>
                    <a:pt x="4798" y="2073"/>
                  </a:lnTo>
                  <a:cubicBezTo>
                    <a:pt x="4703" y="2073"/>
                    <a:pt x="4632" y="2144"/>
                    <a:pt x="4632" y="2239"/>
                  </a:cubicBezTo>
                  <a:cubicBezTo>
                    <a:pt x="4632" y="2323"/>
                    <a:pt x="4703" y="2394"/>
                    <a:pt x="4798" y="2394"/>
                  </a:cubicBezTo>
                  <a:lnTo>
                    <a:pt x="6334" y="2394"/>
                  </a:lnTo>
                  <a:cubicBezTo>
                    <a:pt x="6334" y="2489"/>
                    <a:pt x="6358" y="2561"/>
                    <a:pt x="6370" y="2656"/>
                  </a:cubicBezTo>
                  <a:lnTo>
                    <a:pt x="167" y="2656"/>
                  </a:lnTo>
                  <a:cubicBezTo>
                    <a:pt x="72" y="2656"/>
                    <a:pt x="0" y="2727"/>
                    <a:pt x="0" y="2811"/>
                  </a:cubicBezTo>
                  <a:lnTo>
                    <a:pt x="0" y="7502"/>
                  </a:lnTo>
                  <a:cubicBezTo>
                    <a:pt x="0" y="7597"/>
                    <a:pt x="72" y="7668"/>
                    <a:pt x="167" y="7668"/>
                  </a:cubicBezTo>
                  <a:lnTo>
                    <a:pt x="8608" y="7668"/>
                  </a:lnTo>
                  <a:cubicBezTo>
                    <a:pt x="8692" y="7668"/>
                    <a:pt x="8763" y="7597"/>
                    <a:pt x="8763" y="7502"/>
                  </a:cubicBezTo>
                  <a:lnTo>
                    <a:pt x="8763" y="4561"/>
                  </a:lnTo>
                  <a:cubicBezTo>
                    <a:pt x="8858" y="4561"/>
                    <a:pt x="8966" y="4537"/>
                    <a:pt x="9049" y="4513"/>
                  </a:cubicBezTo>
                  <a:lnTo>
                    <a:pt x="9049" y="8371"/>
                  </a:lnTo>
                  <a:lnTo>
                    <a:pt x="7787" y="8371"/>
                  </a:lnTo>
                  <a:cubicBezTo>
                    <a:pt x="7692" y="8371"/>
                    <a:pt x="7620" y="8442"/>
                    <a:pt x="7620" y="8526"/>
                  </a:cubicBezTo>
                  <a:cubicBezTo>
                    <a:pt x="7620" y="8621"/>
                    <a:pt x="7692" y="8692"/>
                    <a:pt x="7787" y="8692"/>
                  </a:cubicBezTo>
                  <a:lnTo>
                    <a:pt x="9216" y="8692"/>
                  </a:lnTo>
                  <a:cubicBezTo>
                    <a:pt x="9299" y="8692"/>
                    <a:pt x="9382" y="8621"/>
                    <a:pt x="9382" y="8526"/>
                  </a:cubicBezTo>
                  <a:lnTo>
                    <a:pt x="9382" y="4406"/>
                  </a:lnTo>
                  <a:cubicBezTo>
                    <a:pt x="9632" y="4323"/>
                    <a:pt x="9858" y="4180"/>
                    <a:pt x="10061" y="4001"/>
                  </a:cubicBezTo>
                  <a:cubicBezTo>
                    <a:pt x="10466" y="3644"/>
                    <a:pt x="10728" y="3168"/>
                    <a:pt x="10823" y="2632"/>
                  </a:cubicBezTo>
                  <a:cubicBezTo>
                    <a:pt x="10823" y="2596"/>
                    <a:pt x="10763" y="2501"/>
                    <a:pt x="10668" y="2489"/>
                  </a:cubicBezTo>
                  <a:cubicBezTo>
                    <a:pt x="10656" y="2486"/>
                    <a:pt x="10643" y="2484"/>
                    <a:pt x="10630" y="2484"/>
                  </a:cubicBezTo>
                  <a:cubicBezTo>
                    <a:pt x="10558" y="2484"/>
                    <a:pt x="10488" y="2539"/>
                    <a:pt x="10478" y="2620"/>
                  </a:cubicBezTo>
                  <a:cubicBezTo>
                    <a:pt x="10359" y="3358"/>
                    <a:pt x="9835" y="3942"/>
                    <a:pt x="9168" y="4156"/>
                  </a:cubicBezTo>
                  <a:lnTo>
                    <a:pt x="9144" y="4156"/>
                  </a:lnTo>
                  <a:cubicBezTo>
                    <a:pt x="8966" y="4216"/>
                    <a:pt x="8763" y="4239"/>
                    <a:pt x="8573" y="4239"/>
                  </a:cubicBezTo>
                  <a:cubicBezTo>
                    <a:pt x="7513" y="4239"/>
                    <a:pt x="6656" y="3358"/>
                    <a:pt x="6656" y="2287"/>
                  </a:cubicBezTo>
                  <a:cubicBezTo>
                    <a:pt x="6656" y="1215"/>
                    <a:pt x="7513" y="346"/>
                    <a:pt x="8573" y="346"/>
                  </a:cubicBezTo>
                  <a:cubicBezTo>
                    <a:pt x="9513" y="346"/>
                    <a:pt x="10335" y="1061"/>
                    <a:pt x="10478" y="1989"/>
                  </a:cubicBezTo>
                  <a:cubicBezTo>
                    <a:pt x="10490" y="2084"/>
                    <a:pt x="10585" y="2144"/>
                    <a:pt x="10668" y="2144"/>
                  </a:cubicBezTo>
                  <a:cubicBezTo>
                    <a:pt x="10763" y="2132"/>
                    <a:pt x="10823" y="2037"/>
                    <a:pt x="10823" y="1953"/>
                  </a:cubicBezTo>
                  <a:cubicBezTo>
                    <a:pt x="10751" y="1418"/>
                    <a:pt x="10478" y="918"/>
                    <a:pt x="10073" y="572"/>
                  </a:cubicBezTo>
                  <a:cubicBezTo>
                    <a:pt x="9656" y="215"/>
                    <a:pt x="9144" y="1"/>
                    <a:pt x="860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" name="Google Shape;1090;p28"/>
            <p:cNvSpPr/>
            <p:nvPr/>
          </p:nvSpPr>
          <p:spPr>
            <a:xfrm>
              <a:off x="2881286" y="2460529"/>
              <a:ext cx="87532" cy="87912"/>
            </a:xfrm>
            <a:custGeom>
              <a:rect b="b" l="l" r="r" t="t"/>
              <a:pathLst>
                <a:path extrusionOk="0" h="2775" w="2763">
                  <a:moveTo>
                    <a:pt x="1414" y="703"/>
                  </a:moveTo>
                  <a:cubicBezTo>
                    <a:pt x="1786" y="703"/>
                    <a:pt x="2084" y="1020"/>
                    <a:pt x="2084" y="1406"/>
                  </a:cubicBezTo>
                  <a:cubicBezTo>
                    <a:pt x="2084" y="1787"/>
                    <a:pt x="1775" y="2108"/>
                    <a:pt x="1394" y="2108"/>
                  </a:cubicBezTo>
                  <a:cubicBezTo>
                    <a:pt x="1013" y="2108"/>
                    <a:pt x="715" y="1787"/>
                    <a:pt x="715" y="1406"/>
                  </a:cubicBezTo>
                  <a:cubicBezTo>
                    <a:pt x="715" y="1013"/>
                    <a:pt x="1024" y="703"/>
                    <a:pt x="1394" y="703"/>
                  </a:cubicBezTo>
                  <a:cubicBezTo>
                    <a:pt x="1400" y="703"/>
                    <a:pt x="1407" y="703"/>
                    <a:pt x="1414" y="703"/>
                  </a:cubicBezTo>
                  <a:close/>
                  <a:moveTo>
                    <a:pt x="1382" y="1"/>
                  </a:moveTo>
                  <a:cubicBezTo>
                    <a:pt x="1286" y="1"/>
                    <a:pt x="1215" y="72"/>
                    <a:pt x="1215" y="167"/>
                  </a:cubicBezTo>
                  <a:lnTo>
                    <a:pt x="1215" y="370"/>
                  </a:lnTo>
                  <a:cubicBezTo>
                    <a:pt x="1048" y="406"/>
                    <a:pt x="917" y="465"/>
                    <a:pt x="786" y="560"/>
                  </a:cubicBezTo>
                  <a:lnTo>
                    <a:pt x="632" y="406"/>
                  </a:lnTo>
                  <a:cubicBezTo>
                    <a:pt x="607" y="374"/>
                    <a:pt x="559" y="356"/>
                    <a:pt x="511" y="356"/>
                  </a:cubicBezTo>
                  <a:cubicBezTo>
                    <a:pt x="467" y="356"/>
                    <a:pt x="422" y="371"/>
                    <a:pt x="393" y="406"/>
                  </a:cubicBezTo>
                  <a:cubicBezTo>
                    <a:pt x="334" y="465"/>
                    <a:pt x="322" y="584"/>
                    <a:pt x="393" y="644"/>
                  </a:cubicBezTo>
                  <a:lnTo>
                    <a:pt x="548" y="798"/>
                  </a:lnTo>
                  <a:cubicBezTo>
                    <a:pt x="453" y="929"/>
                    <a:pt x="393" y="1072"/>
                    <a:pt x="370" y="1227"/>
                  </a:cubicBezTo>
                  <a:lnTo>
                    <a:pt x="155" y="1227"/>
                  </a:lnTo>
                  <a:cubicBezTo>
                    <a:pt x="72" y="1227"/>
                    <a:pt x="0" y="1299"/>
                    <a:pt x="0" y="1394"/>
                  </a:cubicBezTo>
                  <a:cubicBezTo>
                    <a:pt x="0" y="1477"/>
                    <a:pt x="72" y="1549"/>
                    <a:pt x="155" y="1549"/>
                  </a:cubicBezTo>
                  <a:lnTo>
                    <a:pt x="370" y="1549"/>
                  </a:lnTo>
                  <a:cubicBezTo>
                    <a:pt x="393" y="1715"/>
                    <a:pt x="453" y="1870"/>
                    <a:pt x="548" y="1989"/>
                  </a:cubicBezTo>
                  <a:lnTo>
                    <a:pt x="393" y="2132"/>
                  </a:lnTo>
                  <a:cubicBezTo>
                    <a:pt x="334" y="2191"/>
                    <a:pt x="334" y="2311"/>
                    <a:pt x="393" y="2370"/>
                  </a:cubicBezTo>
                  <a:cubicBezTo>
                    <a:pt x="429" y="2406"/>
                    <a:pt x="477" y="2418"/>
                    <a:pt x="512" y="2418"/>
                  </a:cubicBezTo>
                  <a:cubicBezTo>
                    <a:pt x="560" y="2418"/>
                    <a:pt x="608" y="2394"/>
                    <a:pt x="632" y="2370"/>
                  </a:cubicBezTo>
                  <a:lnTo>
                    <a:pt x="786" y="2227"/>
                  </a:lnTo>
                  <a:cubicBezTo>
                    <a:pt x="905" y="2311"/>
                    <a:pt x="1048" y="2370"/>
                    <a:pt x="1215" y="2406"/>
                  </a:cubicBezTo>
                  <a:lnTo>
                    <a:pt x="1215" y="2608"/>
                  </a:lnTo>
                  <a:cubicBezTo>
                    <a:pt x="1215" y="2703"/>
                    <a:pt x="1286" y="2775"/>
                    <a:pt x="1382" y="2775"/>
                  </a:cubicBezTo>
                  <a:cubicBezTo>
                    <a:pt x="1465" y="2775"/>
                    <a:pt x="1548" y="2703"/>
                    <a:pt x="1548" y="2608"/>
                  </a:cubicBezTo>
                  <a:lnTo>
                    <a:pt x="1548" y="2430"/>
                  </a:lnTo>
                  <a:cubicBezTo>
                    <a:pt x="1703" y="2394"/>
                    <a:pt x="1846" y="2346"/>
                    <a:pt x="1977" y="2251"/>
                  </a:cubicBezTo>
                  <a:lnTo>
                    <a:pt x="2120" y="2394"/>
                  </a:lnTo>
                  <a:cubicBezTo>
                    <a:pt x="2156" y="2430"/>
                    <a:pt x="2203" y="2442"/>
                    <a:pt x="2239" y="2442"/>
                  </a:cubicBezTo>
                  <a:cubicBezTo>
                    <a:pt x="2286" y="2442"/>
                    <a:pt x="2334" y="2430"/>
                    <a:pt x="2358" y="2394"/>
                  </a:cubicBezTo>
                  <a:cubicBezTo>
                    <a:pt x="2417" y="2346"/>
                    <a:pt x="2441" y="2215"/>
                    <a:pt x="2358" y="2156"/>
                  </a:cubicBezTo>
                  <a:lnTo>
                    <a:pt x="2215" y="2013"/>
                  </a:lnTo>
                  <a:cubicBezTo>
                    <a:pt x="2298" y="1882"/>
                    <a:pt x="2358" y="1727"/>
                    <a:pt x="2394" y="1584"/>
                  </a:cubicBezTo>
                  <a:lnTo>
                    <a:pt x="2596" y="1584"/>
                  </a:lnTo>
                  <a:cubicBezTo>
                    <a:pt x="2691" y="1584"/>
                    <a:pt x="2763" y="1501"/>
                    <a:pt x="2763" y="1418"/>
                  </a:cubicBezTo>
                  <a:cubicBezTo>
                    <a:pt x="2763" y="1299"/>
                    <a:pt x="2691" y="1227"/>
                    <a:pt x="2608" y="1227"/>
                  </a:cubicBezTo>
                  <a:lnTo>
                    <a:pt x="2394" y="1227"/>
                  </a:lnTo>
                  <a:cubicBezTo>
                    <a:pt x="2370" y="1060"/>
                    <a:pt x="2310" y="906"/>
                    <a:pt x="2215" y="798"/>
                  </a:cubicBezTo>
                  <a:lnTo>
                    <a:pt x="2370" y="644"/>
                  </a:lnTo>
                  <a:cubicBezTo>
                    <a:pt x="2417" y="584"/>
                    <a:pt x="2417" y="465"/>
                    <a:pt x="2370" y="406"/>
                  </a:cubicBezTo>
                  <a:cubicBezTo>
                    <a:pt x="2340" y="376"/>
                    <a:pt x="2292" y="361"/>
                    <a:pt x="2245" y="361"/>
                  </a:cubicBezTo>
                  <a:cubicBezTo>
                    <a:pt x="2197" y="361"/>
                    <a:pt x="2150" y="376"/>
                    <a:pt x="2120" y="406"/>
                  </a:cubicBezTo>
                  <a:lnTo>
                    <a:pt x="1977" y="560"/>
                  </a:lnTo>
                  <a:cubicBezTo>
                    <a:pt x="1858" y="465"/>
                    <a:pt x="1715" y="406"/>
                    <a:pt x="1548" y="370"/>
                  </a:cubicBezTo>
                  <a:lnTo>
                    <a:pt x="1548" y="167"/>
                  </a:ln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28"/>
            <p:cNvSpPr/>
            <p:nvPr/>
          </p:nvSpPr>
          <p:spPr>
            <a:xfrm>
              <a:off x="2908436" y="2488059"/>
              <a:ext cx="33612" cy="33993"/>
            </a:xfrm>
            <a:custGeom>
              <a:rect b="b" l="l" r="r" t="t"/>
              <a:pathLst>
                <a:path extrusionOk="0" h="1073" w="1061">
                  <a:moveTo>
                    <a:pt x="525" y="346"/>
                  </a:moveTo>
                  <a:cubicBezTo>
                    <a:pt x="632" y="346"/>
                    <a:pt x="715" y="430"/>
                    <a:pt x="715" y="537"/>
                  </a:cubicBezTo>
                  <a:cubicBezTo>
                    <a:pt x="715" y="632"/>
                    <a:pt x="632" y="727"/>
                    <a:pt x="525" y="727"/>
                  </a:cubicBezTo>
                  <a:cubicBezTo>
                    <a:pt x="417" y="727"/>
                    <a:pt x="334" y="632"/>
                    <a:pt x="334" y="537"/>
                  </a:cubicBezTo>
                  <a:cubicBezTo>
                    <a:pt x="334" y="430"/>
                    <a:pt x="417" y="346"/>
                    <a:pt x="525" y="346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37"/>
                  </a:cubicBezTo>
                  <a:cubicBezTo>
                    <a:pt x="1" y="834"/>
                    <a:pt x="239" y="1072"/>
                    <a:pt x="525" y="1072"/>
                  </a:cubicBezTo>
                  <a:cubicBezTo>
                    <a:pt x="810" y="1072"/>
                    <a:pt x="1048" y="834"/>
                    <a:pt x="1048" y="537"/>
                  </a:cubicBezTo>
                  <a:cubicBezTo>
                    <a:pt x="1060" y="239"/>
                    <a:pt x="822" y="1"/>
                    <a:pt x="5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2" name="Google Shape;1092;p28"/>
          <p:cNvSpPr/>
          <p:nvPr/>
        </p:nvSpPr>
        <p:spPr>
          <a:xfrm>
            <a:off x="4385920" y="2232995"/>
            <a:ext cx="372159" cy="372159"/>
          </a:xfrm>
          <a:custGeom>
            <a:rect b="b" l="l" r="r" t="t"/>
            <a:pathLst>
              <a:path extrusionOk="0" h="11693" w="11693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29"/>
          <p:cNvSpPr txBox="1"/>
          <p:nvPr>
            <p:ph type="title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098" name="Google Shape;1098;p29"/>
          <p:cNvSpPr txBox="1"/>
          <p:nvPr>
            <p:ph idx="2" type="title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Montserrat Medium"/>
                <a:ea typeface="Montserrat Medium"/>
                <a:cs typeface="Montserrat Medium"/>
                <a:sym typeface="Montserrat Medium"/>
              </a:rPr>
              <a:t>Архитектура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099" name="Google Shape;1099;p29"/>
          <p:cNvGrpSpPr/>
          <p:nvPr/>
        </p:nvGrpSpPr>
        <p:grpSpPr>
          <a:xfrm>
            <a:off x="2972897" y="2089316"/>
            <a:ext cx="3478000" cy="192185"/>
            <a:chOff x="4788672" y="2177404"/>
            <a:chExt cx="3478000" cy="192185"/>
          </a:xfrm>
        </p:grpSpPr>
        <p:sp>
          <p:nvSpPr>
            <p:cNvPr id="1100" name="Google Shape;1100;p29"/>
            <p:cNvSpPr/>
            <p:nvPr/>
          </p:nvSpPr>
          <p:spPr>
            <a:xfrm flipH="1" rot="-2700000">
              <a:off x="7250940" y="2205609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101" name="Google Shape;1101;p29"/>
            <p:cNvCxnSpPr>
              <a:stCxn id="1102" idx="6"/>
              <a:endCxn id="1103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103" name="Google Shape;1103;p29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" name="Google Shape;1102;p29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4" name="Google Shape;1104;p29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05" name="Google Shape;1105;p29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" name="Google Shape;1106;p29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" name="Google Shape;1107;p29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" name="Google Shape;1108;p29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" name="Google Shape;1109;p29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" name="Google Shape;1110;p29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" name="Google Shape;1111;p29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29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29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29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" name="Google Shape;1115;p29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" name="Google Shape;1116;p29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29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29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29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29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29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29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29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29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29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29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29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29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29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0" name="Google Shape;1130;p29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31" name="Google Shape;1131;p29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32" name="Google Shape;1132;p29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33" name="Google Shape;1133;p29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4" name="Google Shape;1134;p29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5" name="Google Shape;1135;p29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30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Архитектура</a:t>
            </a:r>
            <a:endParaRPr/>
          </a:p>
        </p:txBody>
      </p:sp>
      <p:grpSp>
        <p:nvGrpSpPr>
          <p:cNvPr id="1141" name="Google Shape;1141;p30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142" name="Google Shape;1142;p30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" name="Google Shape;1143;p30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30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" name="Google Shape;1145;p30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" name="Google Shape;1146;p30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" name="Google Shape;1147;p30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30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9" name="Google Shape;1149;p30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150" name="Google Shape;1150;p30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30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30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30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30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" name="Google Shape;1155;p30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" name="Google Shape;1156;p30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" name="Google Shape;1157;p30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" name="Google Shape;1158;p30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" name="Google Shape;1159;p30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30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30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30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30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30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30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30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" name="Google Shape;1170;p30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" name="Google Shape;1171;p30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" name="Google Shape;1172;p30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30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30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5" name="Google Shape;1175;p30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176" name="Google Shape;1176;p30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177" name="Google Shape;1177;p30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8" name="Google Shape;1178;p30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79" name="Google Shape;1179;p30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180" name="Google Shape;1180;p30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1" name="Google Shape;1181;p30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2" name="Google Shape;1182;p30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83" name="Google Shape;1183;p30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184" name="Google Shape;1184;p30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185" name="Google Shape;1185;p30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186" name="Google Shape;1186;p30"/>
              <p:cNvCxnSpPr>
                <a:stCxn id="1187" idx="6"/>
                <a:endCxn id="1188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188" name="Google Shape;1188;p30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87" name="Google Shape;1187;p30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189" name="Google Shape;1189;p30" title="architecture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1725" y="1692990"/>
            <a:ext cx="4200525" cy="239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3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1"/>
          <p:cNvSpPr txBox="1"/>
          <p:nvPr>
            <p:ph idx="1" type="body"/>
          </p:nvPr>
        </p:nvSpPr>
        <p:spPr>
          <a:xfrm>
            <a:off x="1932150" y="1660875"/>
            <a:ext cx="5279700" cy="223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Ubuntu 22.04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“isc-dhcp-server” &amp; “isc-dhcp-client”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“iputils-ping” &amp; “iproute2”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95" name="Google Shape;1195;p31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Използвани технологии</a:t>
            </a:r>
            <a:endParaRPr/>
          </a:p>
        </p:txBody>
      </p:sp>
      <p:grpSp>
        <p:nvGrpSpPr>
          <p:cNvPr id="1196" name="Google Shape;1196;p31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197" name="Google Shape;1197;p31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198" name="Google Shape;1198;p31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199" name="Google Shape;1199;p31"/>
              <p:cNvCxnSpPr>
                <a:stCxn id="1200" idx="6"/>
                <a:endCxn id="1201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201" name="Google Shape;1201;p31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00" name="Google Shape;1200;p31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32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Архитектура - Docker Compose</a:t>
            </a:r>
            <a:endParaRPr/>
          </a:p>
        </p:txBody>
      </p:sp>
      <p:grpSp>
        <p:nvGrpSpPr>
          <p:cNvPr id="1207" name="Google Shape;1207;p32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208" name="Google Shape;1208;p32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32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32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32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32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32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32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5" name="Google Shape;1215;p32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216" name="Google Shape;1216;p32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32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32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32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32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32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" name="Google Shape;1222;p32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" name="Google Shape;1223;p32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32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32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32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32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32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32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32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32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" name="Google Shape;1232;p32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32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32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" name="Google Shape;1235;p32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" name="Google Shape;1236;p32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" name="Google Shape;1237;p32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" name="Google Shape;1238;p32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" name="Google Shape;1239;p32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" name="Google Shape;1240;p32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41" name="Google Shape;1241;p32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242" name="Google Shape;1242;p32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243" name="Google Shape;1243;p32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4" name="Google Shape;1244;p32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45" name="Google Shape;1245;p32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246" name="Google Shape;1246;p32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7" name="Google Shape;1247;p32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8" name="Google Shape;1248;p32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49" name="Google Shape;1249;p32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250" name="Google Shape;1250;p32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251" name="Google Shape;1251;p32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252" name="Google Shape;1252;p32"/>
              <p:cNvCxnSpPr>
                <a:stCxn id="1253" idx="6"/>
                <a:endCxn id="1254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254" name="Google Shape;1254;p32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53" name="Google Shape;1253;p32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255" name="Google Shape;125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1825" y="1389384"/>
            <a:ext cx="2800350" cy="33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33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Архитектура - Docker Compose</a:t>
            </a:r>
            <a:endParaRPr/>
          </a:p>
        </p:txBody>
      </p:sp>
      <p:grpSp>
        <p:nvGrpSpPr>
          <p:cNvPr id="1261" name="Google Shape;1261;p33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262" name="Google Shape;1262;p33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" name="Google Shape;1263;p33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" name="Google Shape;1264;p33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33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33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33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" name="Google Shape;1268;p33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9" name="Google Shape;1269;p33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270" name="Google Shape;1270;p33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" name="Google Shape;1271;p33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" name="Google Shape;1272;p33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" name="Google Shape;1273;p33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" name="Google Shape;1274;p33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33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33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" name="Google Shape;1277;p33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" name="Google Shape;1278;p33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" name="Google Shape;1279;p33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" name="Google Shape;1280;p33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" name="Google Shape;1281;p33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" name="Google Shape;1282;p33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" name="Google Shape;1283;p33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" name="Google Shape;1284;p33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" name="Google Shape;1285;p33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" name="Google Shape;1286;p33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" name="Google Shape;1287;p33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" name="Google Shape;1288;p33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" name="Google Shape;1289;p33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" name="Google Shape;1290;p33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" name="Google Shape;1291;p33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" name="Google Shape;1292;p33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" name="Google Shape;1293;p33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" name="Google Shape;1294;p33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95" name="Google Shape;1295;p33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296" name="Google Shape;1296;p33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297" name="Google Shape;1297;p33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" name="Google Shape;1298;p33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9" name="Google Shape;1299;p33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300" name="Google Shape;1300;p3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" name="Google Shape;1301;p3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" name="Google Shape;1302;p3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03" name="Google Shape;1303;p33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304" name="Google Shape;1304;p33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305" name="Google Shape;1305;p33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306" name="Google Shape;1306;p33"/>
              <p:cNvCxnSpPr>
                <a:stCxn id="1307" idx="6"/>
                <a:endCxn id="1308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308" name="Google Shape;1308;p33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07" name="Google Shape;1307;p33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309" name="Google Shape;13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1350" y="2024050"/>
            <a:ext cx="2781300" cy="109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3" name="Shape 1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Google Shape;1314;p34"/>
          <p:cNvSpPr txBox="1"/>
          <p:nvPr>
            <p:ph type="title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315" name="Google Shape;1315;p34"/>
          <p:cNvSpPr txBox="1"/>
          <p:nvPr>
            <p:ph idx="2" type="title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Montserrat Medium"/>
                <a:ea typeface="Montserrat Medium"/>
                <a:cs typeface="Montserrat Medium"/>
                <a:sym typeface="Montserrat Medium"/>
              </a:rPr>
              <a:t>Сървър и Клиенти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316" name="Google Shape;1316;p34"/>
          <p:cNvGrpSpPr/>
          <p:nvPr/>
        </p:nvGrpSpPr>
        <p:grpSpPr>
          <a:xfrm>
            <a:off x="2972897" y="2089316"/>
            <a:ext cx="3478000" cy="192185"/>
            <a:chOff x="4788672" y="2177404"/>
            <a:chExt cx="3478000" cy="192185"/>
          </a:xfrm>
        </p:grpSpPr>
        <p:sp>
          <p:nvSpPr>
            <p:cNvPr id="1317" name="Google Shape;1317;p34"/>
            <p:cNvSpPr/>
            <p:nvPr/>
          </p:nvSpPr>
          <p:spPr>
            <a:xfrm flipH="1" rot="-2700000">
              <a:off x="7250940" y="2205609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318" name="Google Shape;1318;p34"/>
            <p:cNvCxnSpPr>
              <a:stCxn id="1319" idx="6"/>
              <a:endCxn id="1320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320" name="Google Shape;1320;p34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1" name="Google Shape;1321;p34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322" name="Google Shape;1322;p34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" name="Google Shape;1330;p34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34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" name="Google Shape;1332;p34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34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" name="Google Shape;1334;p34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" name="Google Shape;1335;p34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34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34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" name="Google Shape;1338;p34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" name="Google Shape;1339;p34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" name="Google Shape;1340;p34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" name="Google Shape;1341;p34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" name="Google Shape;1342;p34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" name="Google Shape;1343;p34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" name="Google Shape;1344;p34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34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34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47" name="Google Shape;1347;p34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348" name="Google Shape;1348;p34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49" name="Google Shape;1349;p34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350" name="Google Shape;1350;p3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6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35"/>
          <p:cNvSpPr txBox="1"/>
          <p:nvPr>
            <p:ph idx="1" type="body"/>
          </p:nvPr>
        </p:nvSpPr>
        <p:spPr>
          <a:xfrm>
            <a:off x="1932150" y="1660875"/>
            <a:ext cx="5279700" cy="223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Сървърът представлява Ubuntu 22.04 Docker контейнер. При създаването на контейнера, Docker копира конфигурацията за DHCP сървъра, инсталира пакета “isc-dhcp-server”, подготвя средата и стартира сървъра.</a:t>
            </a:r>
            <a:endParaRPr/>
          </a:p>
        </p:txBody>
      </p:sp>
      <p:sp>
        <p:nvSpPr>
          <p:cNvPr id="1358" name="Google Shape;1358;p35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</a:t>
            </a:r>
            <a:endParaRPr/>
          </a:p>
        </p:txBody>
      </p:sp>
      <p:grpSp>
        <p:nvGrpSpPr>
          <p:cNvPr id="1359" name="Google Shape;1359;p35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360" name="Google Shape;1360;p35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" name="Google Shape;1361;p35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35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35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35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35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35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7" name="Google Shape;1367;p35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368" name="Google Shape;1368;p35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35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35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35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35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35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" name="Google Shape;1374;p35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" name="Google Shape;1375;p35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35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35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35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" name="Google Shape;1379;p35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35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35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35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35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35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35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35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35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35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35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35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35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35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3" name="Google Shape;1393;p35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394" name="Google Shape;1394;p35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395" name="Google Shape;1395;p35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6" name="Google Shape;1396;p35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97" name="Google Shape;1397;p35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398" name="Google Shape;1398;p35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" name="Google Shape;1399;p35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" name="Google Shape;1400;p35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01" name="Google Shape;1401;p35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402" name="Google Shape;1402;p35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403" name="Google Shape;1403;p35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404" name="Google Shape;1404;p35"/>
              <p:cNvCxnSpPr>
                <a:stCxn id="1405" idx="6"/>
                <a:endCxn id="1406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406" name="Google Shape;1406;p35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05" name="Google Shape;1405;p35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36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 - Конфигурация</a:t>
            </a:r>
            <a:endParaRPr/>
          </a:p>
        </p:txBody>
      </p:sp>
      <p:grpSp>
        <p:nvGrpSpPr>
          <p:cNvPr id="1412" name="Google Shape;1412;p36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413" name="Google Shape;1413;p36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" name="Google Shape;1414;p36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" name="Google Shape;1415;p36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" name="Google Shape;1416;p36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" name="Google Shape;1417;p36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" name="Google Shape;1418;p36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" name="Google Shape;1419;p36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20" name="Google Shape;1420;p36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421" name="Google Shape;1421;p36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" name="Google Shape;1422;p36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" name="Google Shape;1423;p36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" name="Google Shape;1424;p36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" name="Google Shape;1425;p36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" name="Google Shape;1426;p36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" name="Google Shape;1427;p36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" name="Google Shape;1428;p36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" name="Google Shape;1429;p36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" name="Google Shape;1430;p36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" name="Google Shape;1431;p36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" name="Google Shape;1432;p36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" name="Google Shape;1433;p36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36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36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" name="Google Shape;1436;p36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" name="Google Shape;1437;p36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" name="Google Shape;1438;p36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9" name="Google Shape;1439;p36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0" name="Google Shape;1440;p36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1" name="Google Shape;1441;p36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2" name="Google Shape;1442;p36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3" name="Google Shape;1443;p36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4" name="Google Shape;1444;p36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5" name="Google Shape;1445;p36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46" name="Google Shape;1446;p36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447" name="Google Shape;1447;p36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448" name="Google Shape;1448;p36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9" name="Google Shape;1449;p36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50" name="Google Shape;1450;p36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451" name="Google Shape;1451;p36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2" name="Google Shape;1452;p36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3" name="Google Shape;1453;p36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54" name="Google Shape;1454;p36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455" name="Google Shape;1455;p36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456" name="Google Shape;1456;p36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457" name="Google Shape;1457;p36"/>
              <p:cNvCxnSpPr>
                <a:stCxn id="1458" idx="6"/>
                <a:endCxn id="1459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459" name="Google Shape;1459;p36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58" name="Google Shape;1458;p36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460" name="Google Shape;146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9850" y="1640763"/>
            <a:ext cx="3724275" cy="267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4" name="Shape 1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Google Shape;1465;p37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 - Dockerfile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66" name="Google Shape;1466;p37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467" name="Google Shape;1467;p37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" name="Google Shape;1468;p37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" name="Google Shape;1469;p37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" name="Google Shape;1470;p37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" name="Google Shape;1471;p37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" name="Google Shape;1472;p37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" name="Google Shape;1473;p37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74" name="Google Shape;1474;p37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475" name="Google Shape;1475;p3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476" name="Google Shape;1476;p3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7" name="Google Shape;1477;p3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78" name="Google Shape;1478;p3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479" name="Google Shape;1479;p3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" name="Google Shape;1480;p3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1" name="Google Shape;1481;p3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82" name="Google Shape;1482;p37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483" name="Google Shape;1483;p37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484" name="Google Shape;1484;p37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485" name="Google Shape;1485;p37"/>
              <p:cNvCxnSpPr>
                <a:stCxn id="1486" idx="6"/>
                <a:endCxn id="1487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487" name="Google Shape;1487;p37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86" name="Google Shape;1486;p37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488" name="Google Shape;148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9713" y="1552832"/>
            <a:ext cx="6124575" cy="2933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9" name="Google Shape;1489;p37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490" name="Google Shape;1490;p37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1" name="Google Shape;1491;p37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2" name="Google Shape;1492;p37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3" name="Google Shape;1493;p37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" name="Google Shape;1494;p37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" name="Google Shape;1495;p37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" name="Google Shape;1496;p37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" name="Google Shape;1497;p37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" name="Google Shape;1498;p37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" name="Google Shape;1499;p37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" name="Google Shape;1500;p37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" name="Google Shape;1501;p37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" name="Google Shape;1502;p37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" name="Google Shape;1503;p37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4" name="Google Shape;1504;p37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37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37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7" name="Google Shape;1507;p37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8" name="Google Shape;1508;p37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9" name="Google Shape;1509;p37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0" name="Google Shape;1510;p37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1" name="Google Shape;1511;p37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2" name="Google Shape;1512;p37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3" name="Google Shape;1513;p37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" name="Google Shape;1514;p37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8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38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Сървър - Dockerfile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0" name="Google Shape;1520;p38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521" name="Google Shape;1521;p38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" name="Google Shape;1522;p38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" name="Google Shape;1523;p38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" name="Google Shape;1524;p38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" name="Google Shape;1525;p38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" name="Google Shape;1526;p38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" name="Google Shape;1527;p38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28" name="Google Shape;1528;p38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529" name="Google Shape;1529;p38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530" name="Google Shape;1530;p3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1" name="Google Shape;1531;p3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32" name="Google Shape;1532;p38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533" name="Google Shape;1533;p3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4" name="Google Shape;1534;p3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5" name="Google Shape;1535;p3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36" name="Google Shape;1536;p38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537" name="Google Shape;1537;p38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538" name="Google Shape;1538;p38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539" name="Google Shape;1539;p38"/>
              <p:cNvCxnSpPr>
                <a:stCxn id="1540" idx="6"/>
                <a:endCxn id="1541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541" name="Google Shape;1541;p38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40" name="Google Shape;1540;p38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42" name="Google Shape;1542;p38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543" name="Google Shape;1543;p38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" name="Google Shape;1544;p38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" name="Google Shape;1545;p38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" name="Google Shape;1546;p38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" name="Google Shape;1547;p38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" name="Google Shape;1548;p38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" name="Google Shape;1549;p38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" name="Google Shape;1550;p38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" name="Google Shape;1551;p38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" name="Google Shape;1552;p38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" name="Google Shape;1553;p38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" name="Google Shape;1554;p38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" name="Google Shape;1555;p38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" name="Google Shape;1556;p38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" name="Google Shape;1557;p38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" name="Google Shape;1558;p38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" name="Google Shape;1559;p38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" name="Google Shape;1560;p38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" name="Google Shape;1561;p38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" name="Google Shape;1562;p38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" name="Google Shape;1563;p38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" name="Google Shape;1564;p38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" name="Google Shape;1565;p38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" name="Google Shape;1566;p38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" name="Google Shape;1567;p38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568" name="Google Shape;156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1775" y="1807375"/>
            <a:ext cx="3600450" cy="161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2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p39"/>
          <p:cNvSpPr txBox="1"/>
          <p:nvPr>
            <p:ph idx="1" type="body"/>
          </p:nvPr>
        </p:nvSpPr>
        <p:spPr>
          <a:xfrm>
            <a:off x="1932150" y="1660875"/>
            <a:ext cx="5279700" cy="22392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Клиентът представлява Ubuntu 22.04 Docker контейнер. При създаването на контейнера се инсталира пакета “isc-dhcp-client”, а при стартирането му се изпълнява команда за поискване на динамично IP.</a:t>
            </a:r>
            <a:endParaRPr/>
          </a:p>
        </p:txBody>
      </p:sp>
      <p:sp>
        <p:nvSpPr>
          <p:cNvPr id="1574" name="Google Shape;1574;p39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Клиент</a:t>
            </a:r>
            <a:endParaRPr/>
          </a:p>
        </p:txBody>
      </p:sp>
      <p:grpSp>
        <p:nvGrpSpPr>
          <p:cNvPr id="1575" name="Google Shape;1575;p39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576" name="Google Shape;1576;p39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" name="Google Shape;1577;p39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" name="Google Shape;1578;p39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" name="Google Shape;1579;p39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" name="Google Shape;1580;p39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" name="Google Shape;1581;p39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" name="Google Shape;1582;p39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83" name="Google Shape;1583;p39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584" name="Google Shape;1584;p39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" name="Google Shape;1585;p39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" name="Google Shape;1586;p39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" name="Google Shape;1587;p39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" name="Google Shape;1588;p39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" name="Google Shape;1589;p39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" name="Google Shape;1590;p39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" name="Google Shape;1591;p39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" name="Google Shape;1592;p39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" name="Google Shape;1593;p39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" name="Google Shape;1594;p39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" name="Google Shape;1595;p39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" name="Google Shape;1596;p39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" name="Google Shape;1597;p39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" name="Google Shape;1598;p39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" name="Google Shape;1599;p39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" name="Google Shape;1600;p39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" name="Google Shape;1601;p39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" name="Google Shape;1602;p39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" name="Google Shape;1603;p39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" name="Google Shape;1604;p39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39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39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" name="Google Shape;1607;p39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" name="Google Shape;1608;p39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09" name="Google Shape;1609;p39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610" name="Google Shape;1610;p39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611" name="Google Shape;1611;p39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2" name="Google Shape;1612;p39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13" name="Google Shape;1613;p39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614" name="Google Shape;1614;p39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5" name="Google Shape;1615;p39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6" name="Google Shape;1616;p39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617" name="Google Shape;1617;p39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618" name="Google Shape;1618;p39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619" name="Google Shape;1619;p39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620" name="Google Shape;1620;p39"/>
              <p:cNvCxnSpPr>
                <a:stCxn id="1621" idx="6"/>
                <a:endCxn id="1622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622" name="Google Shape;1622;p39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21" name="Google Shape;1621;p39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6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40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Клиент - Dockerfile</a:t>
            </a:r>
            <a:endParaRPr/>
          </a:p>
        </p:txBody>
      </p:sp>
      <p:grpSp>
        <p:nvGrpSpPr>
          <p:cNvPr id="1628" name="Google Shape;1628;p40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629" name="Google Shape;1629;p40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0" name="Google Shape;1630;p40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1" name="Google Shape;1631;p40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2" name="Google Shape;1632;p40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40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40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40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36" name="Google Shape;1636;p40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637" name="Google Shape;1637;p40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" name="Google Shape;1638;p40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" name="Google Shape;1639;p40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" name="Google Shape;1640;p40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" name="Google Shape;1641;p40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" name="Google Shape;1642;p40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" name="Google Shape;1643;p40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4" name="Google Shape;1644;p40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5" name="Google Shape;1645;p40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" name="Google Shape;1646;p40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40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40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9" name="Google Shape;1649;p40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0" name="Google Shape;1650;p40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1" name="Google Shape;1651;p40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2" name="Google Shape;1652;p40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3" name="Google Shape;1653;p40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4" name="Google Shape;1654;p40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5" name="Google Shape;1655;p40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6" name="Google Shape;1656;p40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7" name="Google Shape;1657;p40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8" name="Google Shape;1658;p40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" name="Google Shape;1659;p40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" name="Google Shape;1660;p40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" name="Google Shape;1661;p40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62" name="Google Shape;1662;p40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663" name="Google Shape;1663;p40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664" name="Google Shape;1664;p40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5" name="Google Shape;1665;p40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66" name="Google Shape;1666;p40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667" name="Google Shape;1667;p40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8" name="Google Shape;1668;p40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9" name="Google Shape;1669;p40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670" name="Google Shape;1670;p40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671" name="Google Shape;1671;p40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672" name="Google Shape;1672;p40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673" name="Google Shape;1673;p40"/>
              <p:cNvCxnSpPr>
                <a:stCxn id="1674" idx="6"/>
                <a:endCxn id="1675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675" name="Google Shape;1675;p40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74" name="Google Shape;1674;p40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676" name="Google Shape;167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613" y="1577803"/>
            <a:ext cx="5438775" cy="234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0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41"/>
          <p:cNvSpPr txBox="1"/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Клиент - Dockerfile</a:t>
            </a:r>
            <a:endParaRPr/>
          </a:p>
        </p:txBody>
      </p:sp>
      <p:grpSp>
        <p:nvGrpSpPr>
          <p:cNvPr id="1682" name="Google Shape;1682;p41"/>
          <p:cNvGrpSpPr/>
          <p:nvPr/>
        </p:nvGrpSpPr>
        <p:grpSpPr>
          <a:xfrm>
            <a:off x="708769" y="229268"/>
            <a:ext cx="1019565" cy="1290805"/>
            <a:chOff x="-4017975" y="-49702"/>
            <a:chExt cx="1162825" cy="1472177"/>
          </a:xfrm>
        </p:grpSpPr>
        <p:sp>
          <p:nvSpPr>
            <p:cNvPr id="1683" name="Google Shape;1683;p41"/>
            <p:cNvSpPr/>
            <p:nvPr/>
          </p:nvSpPr>
          <p:spPr>
            <a:xfrm>
              <a:off x="-3993425" y="647375"/>
              <a:ext cx="751825" cy="750275"/>
            </a:xfrm>
            <a:custGeom>
              <a:rect b="b" l="l" r="r" t="t"/>
              <a:pathLst>
                <a:path extrusionOk="0" h="30011" w="30073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41"/>
            <p:cNvSpPr/>
            <p:nvPr/>
          </p:nvSpPr>
          <p:spPr>
            <a:xfrm>
              <a:off x="-3547325" y="792500"/>
              <a:ext cx="155125" cy="154850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41"/>
            <p:cNvSpPr/>
            <p:nvPr/>
          </p:nvSpPr>
          <p:spPr>
            <a:xfrm>
              <a:off x="-3265275" y="616650"/>
              <a:ext cx="61400" cy="57100"/>
            </a:xfrm>
            <a:custGeom>
              <a:rect b="b" l="l" r="r" t="t"/>
              <a:pathLst>
                <a:path extrusionOk="0" h="2284" w="2456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41"/>
            <p:cNvSpPr/>
            <p:nvPr/>
          </p:nvSpPr>
          <p:spPr>
            <a:xfrm>
              <a:off x="-4017975" y="1365825"/>
              <a:ext cx="56925" cy="56650"/>
            </a:xfrm>
            <a:custGeom>
              <a:rect b="b" l="l" r="r" t="t"/>
              <a:pathLst>
                <a:path extrusionOk="0" h="2266" w="2277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41"/>
            <p:cNvSpPr/>
            <p:nvPr/>
          </p:nvSpPr>
          <p:spPr>
            <a:xfrm>
              <a:off x="-3633259" y="-49702"/>
              <a:ext cx="547675" cy="547325"/>
            </a:xfrm>
            <a:custGeom>
              <a:rect b="b" l="l" r="r" t="t"/>
              <a:pathLst>
                <a:path extrusionOk="0" h="21893" w="21907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41"/>
            <p:cNvSpPr/>
            <p:nvPr/>
          </p:nvSpPr>
          <p:spPr>
            <a:xfrm>
              <a:off x="-3103750" y="258425"/>
              <a:ext cx="248600" cy="239200"/>
            </a:xfrm>
            <a:custGeom>
              <a:rect b="b" l="l" r="r" t="t"/>
              <a:pathLst>
                <a:path extrusionOk="0" h="9568" w="9944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41"/>
            <p:cNvSpPr/>
            <p:nvPr/>
          </p:nvSpPr>
          <p:spPr>
            <a:xfrm>
              <a:off x="-3027850" y="324625"/>
              <a:ext cx="106300" cy="106600"/>
            </a:xfrm>
            <a:custGeom>
              <a:rect b="b" l="l" r="r" t="t"/>
              <a:pathLst>
                <a:path extrusionOk="0" h="4264" w="4252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90" name="Google Shape;1690;p41"/>
          <p:cNvGrpSpPr/>
          <p:nvPr/>
        </p:nvGrpSpPr>
        <p:grpSpPr>
          <a:xfrm>
            <a:off x="6056447" y="3828300"/>
            <a:ext cx="1929500" cy="2210100"/>
            <a:chOff x="295725" y="-3462825"/>
            <a:chExt cx="1929500" cy="2210100"/>
          </a:xfrm>
        </p:grpSpPr>
        <p:sp>
          <p:nvSpPr>
            <p:cNvPr id="1691" name="Google Shape;1691;p41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" name="Google Shape;1692;p41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41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" name="Google Shape;1694;p41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41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41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41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" name="Google Shape;1698;p41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41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41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41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41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41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41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41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41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41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41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41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41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41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41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41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41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41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16" name="Google Shape;1716;p41"/>
          <p:cNvGrpSpPr/>
          <p:nvPr/>
        </p:nvGrpSpPr>
        <p:grpSpPr>
          <a:xfrm>
            <a:off x="7840825" y="1807363"/>
            <a:ext cx="1040638" cy="901375"/>
            <a:chOff x="8457538" y="810363"/>
            <a:chExt cx="1040638" cy="901375"/>
          </a:xfrm>
        </p:grpSpPr>
        <p:grpSp>
          <p:nvGrpSpPr>
            <p:cNvPr id="1717" name="Google Shape;1717;p41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718" name="Google Shape;1718;p41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rect b="b" l="l" r="r" t="t"/>
                <a:pathLst>
                  <a:path extrusionOk="0" h="21882" w="21907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9" name="Google Shape;1719;p41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rect b="b" l="l" r="r" t="t"/>
                <a:pathLst>
                  <a:path extrusionOk="0" h="21876" w="21971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20" name="Google Shape;1720;p41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721" name="Google Shape;1721;p41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" name="Google Shape;1722;p41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" name="Google Shape;1723;p41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724" name="Google Shape;1724;p41"/>
          <p:cNvGrpSpPr/>
          <p:nvPr/>
        </p:nvGrpSpPr>
        <p:grpSpPr>
          <a:xfrm>
            <a:off x="2868450" y="1050283"/>
            <a:ext cx="3407100" cy="192184"/>
            <a:chOff x="1512197" y="1069304"/>
            <a:chExt cx="3407100" cy="192184"/>
          </a:xfrm>
        </p:grpSpPr>
        <p:grpSp>
          <p:nvGrpSpPr>
            <p:cNvPr id="1725" name="Google Shape;1725;p41"/>
            <p:cNvGrpSpPr/>
            <p:nvPr/>
          </p:nvGrpSpPr>
          <p:grpSpPr>
            <a:xfrm>
              <a:off x="1512197" y="1069304"/>
              <a:ext cx="3350100" cy="192184"/>
              <a:chOff x="2944697" y="1069304"/>
              <a:chExt cx="3350100" cy="192184"/>
            </a:xfrm>
          </p:grpSpPr>
          <p:sp>
            <p:nvSpPr>
              <p:cNvPr id="1726" name="Google Shape;1726;p41"/>
              <p:cNvSpPr/>
              <p:nvPr/>
            </p:nvSpPr>
            <p:spPr>
              <a:xfrm flipH="1" rot="-2700000">
                <a:off x="5498640" y="1097509"/>
                <a:ext cx="136016" cy="135774"/>
              </a:xfrm>
              <a:custGeom>
                <a:rect b="b" l="l" r="r" t="t"/>
                <a:pathLst>
                  <a:path extrusionOk="0" h="6194" w="6205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1727" name="Google Shape;1727;p41"/>
              <p:cNvCxnSpPr>
                <a:stCxn id="1728" idx="6"/>
                <a:endCxn id="1729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1729" name="Google Shape;1729;p41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28" name="Google Shape;1728;p41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730" name="Google Shape;173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47988" y="1891227"/>
            <a:ext cx="3248025" cy="143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4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42"/>
          <p:cNvSpPr txBox="1"/>
          <p:nvPr>
            <p:ph type="title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736" name="Google Shape;1736;p42"/>
          <p:cNvSpPr txBox="1"/>
          <p:nvPr>
            <p:ph idx="2" type="title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Montserrat Medium"/>
                <a:ea typeface="Montserrat Medium"/>
                <a:cs typeface="Montserrat Medium"/>
                <a:sym typeface="Montserrat Medium"/>
              </a:rPr>
              <a:t>Демо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737" name="Google Shape;1737;p42"/>
          <p:cNvGrpSpPr/>
          <p:nvPr/>
        </p:nvGrpSpPr>
        <p:grpSpPr>
          <a:xfrm>
            <a:off x="2972897" y="2089316"/>
            <a:ext cx="3478000" cy="192185"/>
            <a:chOff x="4788672" y="2177404"/>
            <a:chExt cx="3478000" cy="192185"/>
          </a:xfrm>
        </p:grpSpPr>
        <p:sp>
          <p:nvSpPr>
            <p:cNvPr id="1738" name="Google Shape;1738;p42"/>
            <p:cNvSpPr/>
            <p:nvPr/>
          </p:nvSpPr>
          <p:spPr>
            <a:xfrm flipH="1" rot="-2700000">
              <a:off x="7250940" y="2205609"/>
              <a:ext cx="136016" cy="135774"/>
            </a:xfrm>
            <a:custGeom>
              <a:rect b="b" l="l" r="r" t="t"/>
              <a:pathLst>
                <a:path extrusionOk="0" h="6194" w="6205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1739" name="Google Shape;1739;p42"/>
            <p:cNvCxnSpPr>
              <a:stCxn id="1740" idx="6"/>
              <a:endCxn id="1741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741" name="Google Shape;1741;p42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0" name="Google Shape;1740;p42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42" name="Google Shape;1742;p42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743" name="Google Shape;1743;p42"/>
            <p:cNvSpPr/>
            <p:nvPr/>
          </p:nvSpPr>
          <p:spPr>
            <a:xfrm>
              <a:off x="1089425" y="-3462825"/>
              <a:ext cx="700025" cy="959400"/>
            </a:xfrm>
            <a:custGeom>
              <a:rect b="b" l="l" r="r" t="t"/>
              <a:pathLst>
                <a:path extrusionOk="0" h="38376" w="28001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4" name="Google Shape;1744;p42"/>
            <p:cNvSpPr/>
            <p:nvPr/>
          </p:nvSpPr>
          <p:spPr>
            <a:xfrm>
              <a:off x="1064875" y="-2535525"/>
              <a:ext cx="56950" cy="56925"/>
            </a:xfrm>
            <a:custGeom>
              <a:rect b="b" l="l" r="r" t="t"/>
              <a:pathLst>
                <a:path extrusionOk="0" h="2277" w="2278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5" name="Google Shape;1745;p42"/>
            <p:cNvSpPr/>
            <p:nvPr/>
          </p:nvSpPr>
          <p:spPr>
            <a:xfrm>
              <a:off x="1212200" y="-2944175"/>
              <a:ext cx="869900" cy="1026350"/>
            </a:xfrm>
            <a:custGeom>
              <a:rect b="b" l="l" r="r" t="t"/>
              <a:pathLst>
                <a:path extrusionOk="0" h="41054" w="34796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42"/>
            <p:cNvSpPr/>
            <p:nvPr/>
          </p:nvSpPr>
          <p:spPr>
            <a:xfrm>
              <a:off x="1577675" y="-2592175"/>
              <a:ext cx="155125" cy="154875"/>
            </a:xfrm>
            <a:custGeom>
              <a:rect b="b" l="l" r="r" t="t"/>
              <a:pathLst>
                <a:path extrusionOk="0" h="6195" w="6205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42"/>
            <p:cNvSpPr/>
            <p:nvPr/>
          </p:nvSpPr>
          <p:spPr>
            <a:xfrm>
              <a:off x="1188475" y="-1949950"/>
              <a:ext cx="56950" cy="56950"/>
            </a:xfrm>
            <a:custGeom>
              <a:rect b="b" l="l" r="r" t="t"/>
              <a:pathLst>
                <a:path extrusionOk="0" h="2278" w="2278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42"/>
            <p:cNvSpPr/>
            <p:nvPr/>
          </p:nvSpPr>
          <p:spPr>
            <a:xfrm>
              <a:off x="2043025" y="-3122375"/>
              <a:ext cx="38525" cy="38650"/>
            </a:xfrm>
            <a:custGeom>
              <a:rect b="b" l="l" r="r" t="t"/>
              <a:pathLst>
                <a:path extrusionOk="0" h="1546" w="1541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9" name="Google Shape;1749;p42"/>
            <p:cNvSpPr/>
            <p:nvPr/>
          </p:nvSpPr>
          <p:spPr>
            <a:xfrm>
              <a:off x="1472200" y="-3028150"/>
              <a:ext cx="522225" cy="509375"/>
            </a:xfrm>
            <a:custGeom>
              <a:rect b="b" l="l" r="r" t="t"/>
              <a:pathLst>
                <a:path extrusionOk="0" h="20375" w="20889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42"/>
            <p:cNvSpPr/>
            <p:nvPr/>
          </p:nvSpPr>
          <p:spPr>
            <a:xfrm>
              <a:off x="1384050" y="-2463000"/>
              <a:ext cx="38250" cy="38250"/>
            </a:xfrm>
            <a:custGeom>
              <a:rect b="b" l="l" r="r" t="t"/>
              <a:pathLst>
                <a:path extrusionOk="0" h="1530" w="153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1" name="Google Shape;1751;p42"/>
            <p:cNvSpPr/>
            <p:nvPr/>
          </p:nvSpPr>
          <p:spPr>
            <a:xfrm>
              <a:off x="1108400" y="-3240375"/>
              <a:ext cx="38250" cy="38650"/>
            </a:xfrm>
            <a:custGeom>
              <a:rect b="b" l="l" r="r" t="t"/>
              <a:pathLst>
                <a:path extrusionOk="0" h="1546" w="153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42"/>
            <p:cNvSpPr/>
            <p:nvPr/>
          </p:nvSpPr>
          <p:spPr>
            <a:xfrm>
              <a:off x="537050" y="-3146175"/>
              <a:ext cx="522775" cy="509125"/>
            </a:xfrm>
            <a:custGeom>
              <a:rect b="b" l="l" r="r" t="t"/>
              <a:pathLst>
                <a:path extrusionOk="0" h="20365" w="20911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3" name="Google Shape;1753;p42"/>
            <p:cNvSpPr/>
            <p:nvPr/>
          </p:nvSpPr>
          <p:spPr>
            <a:xfrm>
              <a:off x="449150" y="-2581150"/>
              <a:ext cx="38250" cy="38375"/>
            </a:xfrm>
            <a:custGeom>
              <a:rect b="b" l="l" r="r" t="t"/>
              <a:pathLst>
                <a:path extrusionOk="0" h="1535" w="153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42"/>
            <p:cNvSpPr/>
            <p:nvPr/>
          </p:nvSpPr>
          <p:spPr>
            <a:xfrm>
              <a:off x="1636250" y="-2122350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42"/>
            <p:cNvSpPr/>
            <p:nvPr/>
          </p:nvSpPr>
          <p:spPr>
            <a:xfrm>
              <a:off x="1711575" y="-2197675"/>
              <a:ext cx="136725" cy="25125"/>
            </a:xfrm>
            <a:custGeom>
              <a:rect b="b" l="l" r="r" t="t"/>
              <a:pathLst>
                <a:path extrusionOk="0" h="1005" w="5469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42"/>
            <p:cNvSpPr/>
            <p:nvPr/>
          </p:nvSpPr>
          <p:spPr>
            <a:xfrm>
              <a:off x="1786900" y="-2273000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42"/>
            <p:cNvSpPr/>
            <p:nvPr/>
          </p:nvSpPr>
          <p:spPr>
            <a:xfrm>
              <a:off x="1862225" y="-2348325"/>
              <a:ext cx="137000" cy="25125"/>
            </a:xfrm>
            <a:custGeom>
              <a:rect b="b" l="l" r="r" t="t"/>
              <a:pathLst>
                <a:path extrusionOk="0" h="1005" w="548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8" name="Google Shape;1758;p42"/>
            <p:cNvSpPr/>
            <p:nvPr/>
          </p:nvSpPr>
          <p:spPr>
            <a:xfrm>
              <a:off x="1937550" y="-2423950"/>
              <a:ext cx="137025" cy="25425"/>
            </a:xfrm>
            <a:custGeom>
              <a:rect b="b" l="l" r="r" t="t"/>
              <a:pathLst>
                <a:path extrusionOk="0" h="1017" w="5481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42"/>
            <p:cNvSpPr/>
            <p:nvPr/>
          </p:nvSpPr>
          <p:spPr>
            <a:xfrm>
              <a:off x="2013150" y="-2499275"/>
              <a:ext cx="136750" cy="25150"/>
            </a:xfrm>
            <a:custGeom>
              <a:rect b="b" l="l" r="r" t="t"/>
              <a:pathLst>
                <a:path extrusionOk="0" h="1006" w="547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42"/>
            <p:cNvSpPr/>
            <p:nvPr/>
          </p:nvSpPr>
          <p:spPr>
            <a:xfrm>
              <a:off x="2088500" y="-2574600"/>
              <a:ext cx="136725" cy="25150"/>
            </a:xfrm>
            <a:custGeom>
              <a:rect b="b" l="l" r="r" t="t"/>
              <a:pathLst>
                <a:path extrusionOk="0" h="1006" w="5469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1" name="Google Shape;1761;p42"/>
            <p:cNvSpPr/>
            <p:nvPr/>
          </p:nvSpPr>
          <p:spPr>
            <a:xfrm>
              <a:off x="463950" y="-2710950"/>
              <a:ext cx="548500" cy="546775"/>
            </a:xfrm>
            <a:custGeom>
              <a:rect b="b" l="l" r="r" t="t"/>
              <a:pathLst>
                <a:path extrusionOk="0" h="21871" w="2194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2" name="Google Shape;1762;p42"/>
            <p:cNvSpPr/>
            <p:nvPr/>
          </p:nvSpPr>
          <p:spPr>
            <a:xfrm>
              <a:off x="942975" y="-1800075"/>
              <a:ext cx="549225" cy="547350"/>
            </a:xfrm>
            <a:custGeom>
              <a:rect b="b" l="l" r="r" t="t"/>
              <a:pathLst>
                <a:path extrusionOk="0" h="21894" w="21969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3" name="Google Shape;1763;p42"/>
            <p:cNvSpPr/>
            <p:nvPr/>
          </p:nvSpPr>
          <p:spPr>
            <a:xfrm>
              <a:off x="295725" y="-2356925"/>
              <a:ext cx="548500" cy="547050"/>
            </a:xfrm>
            <a:custGeom>
              <a:rect b="b" l="l" r="r" t="t"/>
              <a:pathLst>
                <a:path extrusionOk="0" h="21882" w="2194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42"/>
            <p:cNvSpPr/>
            <p:nvPr/>
          </p:nvSpPr>
          <p:spPr>
            <a:xfrm>
              <a:off x="1774900" y="-1975200"/>
              <a:ext cx="248600" cy="239275"/>
            </a:xfrm>
            <a:custGeom>
              <a:rect b="b" l="l" r="r" t="t"/>
              <a:pathLst>
                <a:path extrusionOk="0" h="9571" w="9944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5" name="Google Shape;1765;p42"/>
            <p:cNvSpPr/>
            <p:nvPr/>
          </p:nvSpPr>
          <p:spPr>
            <a:xfrm>
              <a:off x="1850800" y="-1908650"/>
              <a:ext cx="106300" cy="106325"/>
            </a:xfrm>
            <a:custGeom>
              <a:rect b="b" l="l" r="r" t="t"/>
              <a:pathLst>
                <a:path extrusionOk="0" h="4253" w="4252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42"/>
            <p:cNvSpPr/>
            <p:nvPr/>
          </p:nvSpPr>
          <p:spPr>
            <a:xfrm>
              <a:off x="735125" y="-2028925"/>
              <a:ext cx="184150" cy="157950"/>
            </a:xfrm>
            <a:custGeom>
              <a:rect b="b" l="l" r="r" t="t"/>
              <a:pathLst>
                <a:path extrusionOk="0" h="6318" w="7366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7" name="Google Shape;1767;p42"/>
            <p:cNvSpPr/>
            <p:nvPr/>
          </p:nvSpPr>
          <p:spPr>
            <a:xfrm>
              <a:off x="803475" y="-1984150"/>
              <a:ext cx="74500" cy="69000"/>
            </a:xfrm>
            <a:custGeom>
              <a:rect b="b" l="l" r="r" t="t"/>
              <a:pathLst>
                <a:path extrusionOk="0" h="2760" w="298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68" name="Google Shape;1768;p42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769" name="Google Shape;1769;p42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rect b="b" l="l" r="r" t="t"/>
              <a:pathLst>
                <a:path extrusionOk="0" h="21876" w="21971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70" name="Google Shape;1770;p42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771" name="Google Shape;1771;p42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rect b="b" l="l" r="r" t="t"/>
                <a:pathLst>
                  <a:path extrusionOk="0" h="10968" w="11036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" name="Google Shape;1772;p42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rect b="b" l="l" r="r" t="t"/>
                <a:pathLst>
                  <a:path extrusionOk="0" h="2278" w="2277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" name="Google Shape;1773;p42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rect b="b" l="l" r="r" t="t"/>
                <a:pathLst>
                  <a:path extrusionOk="0" h="2266" w="2278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8" name="Google Shape;177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700" y="152400"/>
            <a:ext cx="8230612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2" name="Shape 1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3" name="Google Shape;178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6075" y="152400"/>
            <a:ext cx="5791861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7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8" name="Google Shape;178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57550"/>
            <a:ext cx="8839198" cy="18284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2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3" name="Google Shape;179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6000" y="152400"/>
            <a:ext cx="4291989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7" name="Shape 1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798;p47"/>
          <p:cNvSpPr txBox="1"/>
          <p:nvPr>
            <p:ph type="ctrTitle"/>
          </p:nvPr>
        </p:nvSpPr>
        <p:spPr>
          <a:xfrm>
            <a:off x="782850" y="1264225"/>
            <a:ext cx="5488200" cy="7125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Благодаря!</a:t>
            </a:r>
            <a:endParaRPr/>
          </a:p>
        </p:txBody>
      </p:sp>
      <p:sp>
        <p:nvSpPr>
          <p:cNvPr id="1799" name="Google Shape;1799;p47"/>
          <p:cNvSpPr txBox="1"/>
          <p:nvPr>
            <p:ph idx="1" type="subTitle"/>
          </p:nvPr>
        </p:nvSpPr>
        <p:spPr>
          <a:xfrm>
            <a:off x="782850" y="2542674"/>
            <a:ext cx="3687900" cy="1125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Огнян Барух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471221021, </a:t>
            </a:r>
            <a:r>
              <a:rPr lang="en"/>
              <a:t>77 гр.</a:t>
            </a:r>
            <a:endParaRPr/>
          </a:p>
        </p:txBody>
      </p:sp>
      <p:cxnSp>
        <p:nvCxnSpPr>
          <p:cNvPr id="1800" name="Google Shape;1800;p47"/>
          <p:cNvCxnSpPr/>
          <p:nvPr/>
        </p:nvCxnSpPr>
        <p:spPr>
          <a:xfrm rot="10800000">
            <a:off x="945275" y="2197817"/>
            <a:ext cx="8764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T Department Meeting by Slidesgo">
  <a:themeElements>
    <a:clrScheme name="Simple Light">
      <a:dk1>
        <a:srgbClr val="F6F6FF"/>
      </a:dk1>
      <a:lt1>
        <a:srgbClr val="4E5EA3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E5EA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